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17"/>
  </p:notesMasterIdLst>
  <p:handoutMasterIdLst>
    <p:handoutMasterId r:id="rId18"/>
  </p:handoutMasterIdLst>
  <p:sldIdLst>
    <p:sldId id="256" r:id="rId5"/>
    <p:sldId id="261" r:id="rId6"/>
    <p:sldId id="258" r:id="rId7"/>
    <p:sldId id="266" r:id="rId8"/>
    <p:sldId id="262" r:id="rId9"/>
    <p:sldId id="267" r:id="rId10"/>
    <p:sldId id="263" r:id="rId11"/>
    <p:sldId id="264" r:id="rId12"/>
    <p:sldId id="268" r:id="rId13"/>
    <p:sldId id="269" r:id="rId14"/>
    <p:sldId id="265" r:id="rId15"/>
    <p:sldId id="260" r:id="rId16"/>
  </p:sldIdLst>
  <p:sldSz cx="12192000" cy="6858000"/>
  <p:notesSz cx="6858000" cy="9144000"/>
  <p:defaultTextStyle>
    <a:defPPr rtl="0">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5FA2C0-D16C-83A2-1B82-1C57408BE2C6}" v="55" dt="2024-05-23T11:33:11.728"/>
    <p1510:client id="{A5A2E67F-6C02-43A9-942E-136BBD243726}" v="1855" dt="2024-05-23T12:10:26.496"/>
    <p1510:client id="{F0A3C4A6-A5F3-75DA-09AA-941AF07B03A9}" v="6" dt="2024-05-23T13:19:52.1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scar Eriksson" userId="S::oscer102@student.liu.se::c72761ba-7e88-4280-80f0-c749996e02bd" providerId="AD" clId="Web-{605FA2C0-D16C-83A2-1B82-1C57408BE2C6}"/>
    <pc:docChg chg="modSld">
      <pc:chgData name="Oscar Eriksson" userId="S::oscer102@student.liu.se::c72761ba-7e88-4280-80f0-c749996e02bd" providerId="AD" clId="Web-{605FA2C0-D16C-83A2-1B82-1C57408BE2C6}" dt="2024-05-23T11:33:11.025" v="55" actId="20577"/>
      <pc:docMkLst>
        <pc:docMk/>
      </pc:docMkLst>
      <pc:sldChg chg="modSp">
        <pc:chgData name="Oscar Eriksson" userId="S::oscer102@student.liu.se::c72761ba-7e88-4280-80f0-c749996e02bd" providerId="AD" clId="Web-{605FA2C0-D16C-83A2-1B82-1C57408BE2C6}" dt="2024-05-23T11:29:20.136" v="45" actId="20577"/>
        <pc:sldMkLst>
          <pc:docMk/>
          <pc:sldMk cId="4096467198" sldId="265"/>
        </pc:sldMkLst>
        <pc:spChg chg="mod">
          <ac:chgData name="Oscar Eriksson" userId="S::oscer102@student.liu.se::c72761ba-7e88-4280-80f0-c749996e02bd" providerId="AD" clId="Web-{605FA2C0-D16C-83A2-1B82-1C57408BE2C6}" dt="2024-05-23T11:29:20.136" v="45" actId="20577"/>
          <ac:spMkLst>
            <pc:docMk/>
            <pc:sldMk cId="4096467198" sldId="265"/>
            <ac:spMk id="4" creationId="{1CACEC96-C198-0110-2535-003519E51EE4}"/>
          </ac:spMkLst>
        </pc:spChg>
      </pc:sldChg>
      <pc:sldChg chg="modSp">
        <pc:chgData name="Oscar Eriksson" userId="S::oscer102@student.liu.se::c72761ba-7e88-4280-80f0-c749996e02bd" providerId="AD" clId="Web-{605FA2C0-D16C-83A2-1B82-1C57408BE2C6}" dt="2024-05-23T11:33:11.025" v="55" actId="20577"/>
        <pc:sldMkLst>
          <pc:docMk/>
          <pc:sldMk cId="1081270795" sldId="267"/>
        </pc:sldMkLst>
        <pc:spChg chg="mod">
          <ac:chgData name="Oscar Eriksson" userId="S::oscer102@student.liu.se::c72761ba-7e88-4280-80f0-c749996e02bd" providerId="AD" clId="Web-{605FA2C0-D16C-83A2-1B82-1C57408BE2C6}" dt="2024-05-23T11:33:11.025" v="55" actId="20577"/>
          <ac:spMkLst>
            <pc:docMk/>
            <pc:sldMk cId="1081270795" sldId="267"/>
            <ac:spMk id="22" creationId="{09BB3B71-1775-EFB5-51B0-A73F47C18C72}"/>
          </ac:spMkLst>
        </pc:spChg>
      </pc:sldChg>
    </pc:docChg>
  </pc:docChgLst>
  <pc:docChgLst>
    <pc:chgData name="Alexander Nilsson" userId="S::aleni212@student.liu.se::116806f9-2e69-4feb-accb-1f70a2f2365a" providerId="AD" clId="Web-{CC2600B6-30BB-97A2-688B-77E8F0A8D1B7}"/>
    <pc:docChg chg="addSld delSld modSld">
      <pc:chgData name="Alexander Nilsson" userId="S::aleni212@student.liu.se::116806f9-2e69-4feb-accb-1f70a2f2365a" providerId="AD" clId="Web-{CC2600B6-30BB-97A2-688B-77E8F0A8D1B7}" dt="2024-05-22T07:42:40.827" v="232"/>
      <pc:docMkLst>
        <pc:docMk/>
      </pc:docMkLst>
      <pc:sldChg chg="addSp delSp modSp">
        <pc:chgData name="Alexander Nilsson" userId="S::aleni212@student.liu.se::116806f9-2e69-4feb-accb-1f70a2f2365a" providerId="AD" clId="Web-{CC2600B6-30BB-97A2-688B-77E8F0A8D1B7}" dt="2024-05-22T07:17:12.887" v="154" actId="20577"/>
        <pc:sldMkLst>
          <pc:docMk/>
          <pc:sldMk cId="497607547" sldId="258"/>
        </pc:sldMkLst>
        <pc:spChg chg="mod">
          <ac:chgData name="Alexander Nilsson" userId="S::aleni212@student.liu.se::116806f9-2e69-4feb-accb-1f70a2f2365a" providerId="AD" clId="Web-{CC2600B6-30BB-97A2-688B-77E8F0A8D1B7}" dt="2024-05-22T07:17:12.887" v="154" actId="20577"/>
          <ac:spMkLst>
            <pc:docMk/>
            <pc:sldMk cId="497607547" sldId="258"/>
            <ac:spMk id="8" creationId="{3C7EB31A-49A0-CBE8-1E5E-8774218980DD}"/>
          </ac:spMkLst>
        </pc:spChg>
        <pc:picChg chg="add del mod">
          <ac:chgData name="Alexander Nilsson" userId="S::aleni212@student.liu.se::116806f9-2e69-4feb-accb-1f70a2f2365a" providerId="AD" clId="Web-{CC2600B6-30BB-97A2-688B-77E8F0A8D1B7}" dt="2024-05-22T06:48:14.738" v="4"/>
          <ac:picMkLst>
            <pc:docMk/>
            <pc:sldMk cId="497607547" sldId="258"/>
            <ac:picMk id="2" creationId="{56D5CE39-6708-C4E0-6244-3215A18FB1CA}"/>
          </ac:picMkLst>
        </pc:picChg>
        <pc:picChg chg="add mod">
          <ac:chgData name="Alexander Nilsson" userId="S::aleni212@student.liu.se::116806f9-2e69-4feb-accb-1f70a2f2365a" providerId="AD" clId="Web-{CC2600B6-30BB-97A2-688B-77E8F0A8D1B7}" dt="2024-05-22T06:51:03.071" v="14" actId="14100"/>
          <ac:picMkLst>
            <pc:docMk/>
            <pc:sldMk cId="497607547" sldId="258"/>
            <ac:picMk id="2" creationId="{BB4218E4-D21C-2D00-D694-A012202A761D}"/>
          </ac:picMkLst>
        </pc:picChg>
        <pc:picChg chg="add mod">
          <ac:chgData name="Alexander Nilsson" userId="S::aleni212@student.liu.se::116806f9-2e69-4feb-accb-1f70a2f2365a" providerId="AD" clId="Web-{CC2600B6-30BB-97A2-688B-77E8F0A8D1B7}" dt="2024-05-22T06:48:49.035" v="9" actId="1076"/>
          <ac:picMkLst>
            <pc:docMk/>
            <pc:sldMk cId="497607547" sldId="258"/>
            <ac:picMk id="3" creationId="{DF969675-A475-8AD7-58B3-35AD001720C2}"/>
          </ac:picMkLst>
        </pc:picChg>
      </pc:sldChg>
      <pc:sldChg chg="del">
        <pc:chgData name="Alexander Nilsson" userId="S::aleni212@student.liu.se::116806f9-2e69-4feb-accb-1f70a2f2365a" providerId="AD" clId="Web-{CC2600B6-30BB-97A2-688B-77E8F0A8D1B7}" dt="2024-05-22T07:42:40.827" v="232"/>
        <pc:sldMkLst>
          <pc:docMk/>
          <pc:sldMk cId="4209322005" sldId="259"/>
        </pc:sldMkLst>
      </pc:sldChg>
      <pc:sldChg chg="addSp delSp modSp">
        <pc:chgData name="Alexander Nilsson" userId="S::aleni212@student.liu.se::116806f9-2e69-4feb-accb-1f70a2f2365a" providerId="AD" clId="Web-{CC2600B6-30BB-97A2-688B-77E8F0A8D1B7}" dt="2024-05-22T07:28:01.861" v="155"/>
        <pc:sldMkLst>
          <pc:docMk/>
          <pc:sldMk cId="3501347425" sldId="260"/>
        </pc:sldMkLst>
        <pc:spChg chg="del">
          <ac:chgData name="Alexander Nilsson" userId="S::aleni212@student.liu.se::116806f9-2e69-4feb-accb-1f70a2f2365a" providerId="AD" clId="Web-{CC2600B6-30BB-97A2-688B-77E8F0A8D1B7}" dt="2024-05-22T07:28:01.861" v="155"/>
          <ac:spMkLst>
            <pc:docMk/>
            <pc:sldMk cId="3501347425" sldId="260"/>
            <ac:spMk id="3" creationId="{A9CB511D-EA45-4336-847C-1252667143B5}"/>
          </ac:spMkLst>
        </pc:spChg>
        <pc:spChg chg="add mod">
          <ac:chgData name="Alexander Nilsson" userId="S::aleni212@student.liu.se::116806f9-2e69-4feb-accb-1f70a2f2365a" providerId="AD" clId="Web-{CC2600B6-30BB-97A2-688B-77E8F0A8D1B7}" dt="2024-05-22T07:28:01.861" v="155"/>
          <ac:spMkLst>
            <pc:docMk/>
            <pc:sldMk cId="3501347425" sldId="260"/>
            <ac:spMk id="6" creationId="{40EE0244-9B4A-63EE-6500-7E7FAFA27648}"/>
          </ac:spMkLst>
        </pc:spChg>
      </pc:sldChg>
      <pc:sldChg chg="modSp">
        <pc:chgData name="Alexander Nilsson" userId="S::aleni212@student.liu.se::116806f9-2e69-4feb-accb-1f70a2f2365a" providerId="AD" clId="Web-{CC2600B6-30BB-97A2-688B-77E8F0A8D1B7}" dt="2024-05-22T06:51:50.588" v="30" actId="20577"/>
        <pc:sldMkLst>
          <pc:docMk/>
          <pc:sldMk cId="1433083679" sldId="263"/>
        </pc:sldMkLst>
        <pc:spChg chg="mod">
          <ac:chgData name="Alexander Nilsson" userId="S::aleni212@student.liu.se::116806f9-2e69-4feb-accb-1f70a2f2365a" providerId="AD" clId="Web-{CC2600B6-30BB-97A2-688B-77E8F0A8D1B7}" dt="2024-05-22T06:51:37.760" v="19" actId="20577"/>
          <ac:spMkLst>
            <pc:docMk/>
            <pc:sldMk cId="1433083679" sldId="263"/>
            <ac:spMk id="4" creationId="{1CACEC96-C198-0110-2535-003519E51EE4}"/>
          </ac:spMkLst>
        </pc:spChg>
        <pc:spChg chg="mod">
          <ac:chgData name="Alexander Nilsson" userId="S::aleni212@student.liu.se::116806f9-2e69-4feb-accb-1f70a2f2365a" providerId="AD" clId="Web-{CC2600B6-30BB-97A2-688B-77E8F0A8D1B7}" dt="2024-05-22T06:51:50.588" v="30" actId="20577"/>
          <ac:spMkLst>
            <pc:docMk/>
            <pc:sldMk cId="1433083679" sldId="263"/>
            <ac:spMk id="6" creationId="{54029166-02D1-50F1-BC05-13CD1CD62339}"/>
          </ac:spMkLst>
        </pc:spChg>
      </pc:sldChg>
      <pc:sldChg chg="addSp delSp modSp new mod modClrScheme chgLayout">
        <pc:chgData name="Alexander Nilsson" userId="S::aleni212@student.liu.se::116806f9-2e69-4feb-accb-1f70a2f2365a" providerId="AD" clId="Web-{CC2600B6-30BB-97A2-688B-77E8F0A8D1B7}" dt="2024-05-22T07:06:29.257" v="135" actId="1076"/>
        <pc:sldMkLst>
          <pc:docMk/>
          <pc:sldMk cId="1727772782" sldId="264"/>
        </pc:sldMkLst>
        <pc:spChg chg="del">
          <ac:chgData name="Alexander Nilsson" userId="S::aleni212@student.liu.se::116806f9-2e69-4feb-accb-1f70a2f2365a" providerId="AD" clId="Web-{CC2600B6-30BB-97A2-688B-77E8F0A8D1B7}" dt="2024-05-22T06:55:03.610" v="34"/>
          <ac:spMkLst>
            <pc:docMk/>
            <pc:sldMk cId="1727772782" sldId="264"/>
            <ac:spMk id="2" creationId="{D6209C1A-BC27-C943-E155-C27AAB332262}"/>
          </ac:spMkLst>
        </pc:spChg>
        <pc:spChg chg="del">
          <ac:chgData name="Alexander Nilsson" userId="S::aleni212@student.liu.se::116806f9-2e69-4feb-accb-1f70a2f2365a" providerId="AD" clId="Web-{CC2600B6-30BB-97A2-688B-77E8F0A8D1B7}" dt="2024-05-22T06:55:03.610" v="34"/>
          <ac:spMkLst>
            <pc:docMk/>
            <pc:sldMk cId="1727772782" sldId="264"/>
            <ac:spMk id="3" creationId="{96B48EC3-4A50-2415-D2C5-0398553F996F}"/>
          </ac:spMkLst>
        </pc:spChg>
        <pc:spChg chg="del">
          <ac:chgData name="Alexander Nilsson" userId="S::aleni212@student.liu.se::116806f9-2e69-4feb-accb-1f70a2f2365a" providerId="AD" clId="Web-{CC2600B6-30BB-97A2-688B-77E8F0A8D1B7}" dt="2024-05-22T06:55:03.610" v="34"/>
          <ac:spMkLst>
            <pc:docMk/>
            <pc:sldMk cId="1727772782" sldId="264"/>
            <ac:spMk id="4" creationId="{EB92AD15-11F1-1B62-A6E7-2911A640D2F0}"/>
          </ac:spMkLst>
        </pc:spChg>
        <pc:spChg chg="del">
          <ac:chgData name="Alexander Nilsson" userId="S::aleni212@student.liu.se::116806f9-2e69-4feb-accb-1f70a2f2365a" providerId="AD" clId="Web-{CC2600B6-30BB-97A2-688B-77E8F0A8D1B7}" dt="2024-05-22T06:55:03.610" v="34"/>
          <ac:spMkLst>
            <pc:docMk/>
            <pc:sldMk cId="1727772782" sldId="264"/>
            <ac:spMk id="5" creationId="{2EA7C8C1-E0DB-0126-8D22-1BEE68DB561D}"/>
          </ac:spMkLst>
        </pc:spChg>
        <pc:spChg chg="del">
          <ac:chgData name="Alexander Nilsson" userId="S::aleni212@student.liu.se::116806f9-2e69-4feb-accb-1f70a2f2365a" providerId="AD" clId="Web-{CC2600B6-30BB-97A2-688B-77E8F0A8D1B7}" dt="2024-05-22T06:55:03.610" v="34"/>
          <ac:spMkLst>
            <pc:docMk/>
            <pc:sldMk cId="1727772782" sldId="264"/>
            <ac:spMk id="6" creationId="{8E1807D7-9D6E-6649-741B-B369CBBF277F}"/>
          </ac:spMkLst>
        </pc:spChg>
        <pc:spChg chg="add mod">
          <ac:chgData name="Alexander Nilsson" userId="S::aleni212@student.liu.se::116806f9-2e69-4feb-accb-1f70a2f2365a" providerId="AD" clId="Web-{CC2600B6-30BB-97A2-688B-77E8F0A8D1B7}" dt="2024-05-22T07:05:00.269" v="132" actId="20577"/>
          <ac:spMkLst>
            <pc:docMk/>
            <pc:sldMk cId="1727772782" sldId="264"/>
            <ac:spMk id="8" creationId="{DFCC8360-E6A5-F70C-BA18-0D3E77A6A7A3}"/>
          </ac:spMkLst>
        </pc:spChg>
        <pc:spChg chg="add del mod ord">
          <ac:chgData name="Alexander Nilsson" userId="S::aleni212@student.liu.se::116806f9-2e69-4feb-accb-1f70a2f2365a" providerId="AD" clId="Web-{CC2600B6-30BB-97A2-688B-77E8F0A8D1B7}" dt="2024-05-22T07:02:38.234" v="121" actId="20577"/>
          <ac:spMkLst>
            <pc:docMk/>
            <pc:sldMk cId="1727772782" sldId="264"/>
            <ac:spMk id="9" creationId="{0C64F806-319C-12AF-368C-5C10140616EF}"/>
          </ac:spMkLst>
        </pc:spChg>
        <pc:spChg chg="add del mod ord">
          <ac:chgData name="Alexander Nilsson" userId="S::aleni212@student.liu.se::116806f9-2e69-4feb-accb-1f70a2f2365a" providerId="AD" clId="Web-{CC2600B6-30BB-97A2-688B-77E8F0A8D1B7}" dt="2024-05-22T07:01:43.091" v="91"/>
          <ac:spMkLst>
            <pc:docMk/>
            <pc:sldMk cId="1727772782" sldId="264"/>
            <ac:spMk id="10" creationId="{E5F00E66-BB06-F337-5006-47344B28D5CC}"/>
          </ac:spMkLst>
        </pc:spChg>
        <pc:picChg chg="add mod">
          <ac:chgData name="Alexander Nilsson" userId="S::aleni212@student.liu.se::116806f9-2e69-4feb-accb-1f70a2f2365a" providerId="AD" clId="Web-{CC2600B6-30BB-97A2-688B-77E8F0A8D1B7}" dt="2024-05-22T07:03:26.766" v="126" actId="1076"/>
          <ac:picMkLst>
            <pc:docMk/>
            <pc:sldMk cId="1727772782" sldId="264"/>
            <ac:picMk id="7" creationId="{5BFC9A7F-84E2-D2D9-3D60-11215CA696B4}"/>
          </ac:picMkLst>
        </pc:picChg>
        <pc:picChg chg="add mod">
          <ac:chgData name="Alexander Nilsson" userId="S::aleni212@student.liu.se::116806f9-2e69-4feb-accb-1f70a2f2365a" providerId="AD" clId="Web-{CC2600B6-30BB-97A2-688B-77E8F0A8D1B7}" dt="2024-05-22T07:06:29.257" v="135" actId="1076"/>
          <ac:picMkLst>
            <pc:docMk/>
            <pc:sldMk cId="1727772782" sldId="264"/>
            <ac:picMk id="11" creationId="{03967D36-234F-0ACE-E6B2-9E83AA686793}"/>
          </ac:picMkLst>
        </pc:picChg>
      </pc:sldChg>
      <pc:sldChg chg="add del replId">
        <pc:chgData name="Alexander Nilsson" userId="S::aleni212@student.liu.se::116806f9-2e69-4feb-accb-1f70a2f2365a" providerId="AD" clId="Web-{CC2600B6-30BB-97A2-688B-77E8F0A8D1B7}" dt="2024-05-22T06:54:53.500" v="33"/>
        <pc:sldMkLst>
          <pc:docMk/>
          <pc:sldMk cId="2474788767" sldId="265"/>
        </pc:sldMkLst>
      </pc:sldChg>
      <pc:sldChg chg="addSp delSp modSp new">
        <pc:chgData name="Alexander Nilsson" userId="S::aleni212@student.liu.se::116806f9-2e69-4feb-accb-1f70a2f2365a" providerId="AD" clId="Web-{CC2600B6-30BB-97A2-688B-77E8F0A8D1B7}" dt="2024-05-22T07:39:21.055" v="231"/>
        <pc:sldMkLst>
          <pc:docMk/>
          <pc:sldMk cId="3701914976" sldId="268"/>
        </pc:sldMkLst>
        <pc:spChg chg="mod">
          <ac:chgData name="Alexander Nilsson" userId="S::aleni212@student.liu.se::116806f9-2e69-4feb-accb-1f70a2f2365a" providerId="AD" clId="Web-{CC2600B6-30BB-97A2-688B-77E8F0A8D1B7}" dt="2024-05-22T07:32:28.588" v="167" actId="20577"/>
          <ac:spMkLst>
            <pc:docMk/>
            <pc:sldMk cId="3701914976" sldId="268"/>
            <ac:spMk id="2" creationId="{6A8F3406-6E62-C7D1-AF9F-89F3463DD932}"/>
          </ac:spMkLst>
        </pc:spChg>
        <pc:spChg chg="del">
          <ac:chgData name="Alexander Nilsson" userId="S::aleni212@student.liu.se::116806f9-2e69-4feb-accb-1f70a2f2365a" providerId="AD" clId="Web-{CC2600B6-30BB-97A2-688B-77E8F0A8D1B7}" dt="2024-05-22T07:32:36.463" v="169"/>
          <ac:spMkLst>
            <pc:docMk/>
            <pc:sldMk cId="3701914976" sldId="268"/>
            <ac:spMk id="3" creationId="{FE830599-65DD-30BA-38E3-97D52958975B}"/>
          </ac:spMkLst>
        </pc:spChg>
        <pc:spChg chg="del">
          <ac:chgData name="Alexander Nilsson" userId="S::aleni212@student.liu.se::116806f9-2e69-4feb-accb-1f70a2f2365a" providerId="AD" clId="Web-{CC2600B6-30BB-97A2-688B-77E8F0A8D1B7}" dt="2024-05-22T07:32:34.963" v="168"/>
          <ac:spMkLst>
            <pc:docMk/>
            <pc:sldMk cId="3701914976" sldId="268"/>
            <ac:spMk id="4" creationId="{BDA24DF2-40D7-0CAF-0323-7E3046D510C6}"/>
          </ac:spMkLst>
        </pc:spChg>
        <pc:spChg chg="del">
          <ac:chgData name="Alexander Nilsson" userId="S::aleni212@student.liu.se::116806f9-2e69-4feb-accb-1f70a2f2365a" providerId="AD" clId="Web-{CC2600B6-30BB-97A2-688B-77E8F0A8D1B7}" dt="2024-05-22T07:32:41.104" v="170"/>
          <ac:spMkLst>
            <pc:docMk/>
            <pc:sldMk cId="3701914976" sldId="268"/>
            <ac:spMk id="5" creationId="{A32224F2-37B9-4FA8-E814-87E4858FF91F}"/>
          </ac:spMkLst>
        </pc:spChg>
        <pc:spChg chg="del">
          <ac:chgData name="Alexander Nilsson" userId="S::aleni212@student.liu.se::116806f9-2e69-4feb-accb-1f70a2f2365a" providerId="AD" clId="Web-{CC2600B6-30BB-97A2-688B-77E8F0A8D1B7}" dt="2024-05-22T07:34:51.686" v="171"/>
          <ac:spMkLst>
            <pc:docMk/>
            <pc:sldMk cId="3701914976" sldId="268"/>
            <ac:spMk id="6" creationId="{54C965E4-0B09-AC16-2414-58FE91038109}"/>
          </ac:spMkLst>
        </pc:spChg>
        <pc:spChg chg="add mod">
          <ac:chgData name="Alexander Nilsson" userId="S::aleni212@student.liu.se::116806f9-2e69-4feb-accb-1f70a2f2365a" providerId="AD" clId="Web-{CC2600B6-30BB-97A2-688B-77E8F0A8D1B7}" dt="2024-05-22T07:38:18.396" v="209" actId="1076"/>
          <ac:spMkLst>
            <pc:docMk/>
            <pc:sldMk cId="3701914976" sldId="268"/>
            <ac:spMk id="11" creationId="{9D9ADC6D-A83A-32E3-12AF-20407B8EA810}"/>
          </ac:spMkLst>
        </pc:spChg>
        <pc:spChg chg="add mod">
          <ac:chgData name="Alexander Nilsson" userId="S::aleni212@student.liu.se::116806f9-2e69-4feb-accb-1f70a2f2365a" providerId="AD" clId="Web-{CC2600B6-30BB-97A2-688B-77E8F0A8D1B7}" dt="2024-05-22T07:38:27.803" v="211" actId="1076"/>
          <ac:spMkLst>
            <pc:docMk/>
            <pc:sldMk cId="3701914976" sldId="268"/>
            <ac:spMk id="12" creationId="{CD183C62-6AC0-92CD-0EB5-DECD8B2D80E9}"/>
          </ac:spMkLst>
        </pc:spChg>
        <pc:spChg chg="add mod">
          <ac:chgData name="Alexander Nilsson" userId="S::aleni212@student.liu.se::116806f9-2e69-4feb-accb-1f70a2f2365a" providerId="AD" clId="Web-{CC2600B6-30BB-97A2-688B-77E8F0A8D1B7}" dt="2024-05-22T07:39:06.851" v="228" actId="14100"/>
          <ac:spMkLst>
            <pc:docMk/>
            <pc:sldMk cId="3701914976" sldId="268"/>
            <ac:spMk id="13" creationId="{40153A80-3EFE-6403-3FB7-22B603C552A3}"/>
          </ac:spMkLst>
        </pc:spChg>
        <pc:spChg chg="add mod">
          <ac:chgData name="Alexander Nilsson" userId="S::aleni212@student.liu.se::116806f9-2e69-4feb-accb-1f70a2f2365a" providerId="AD" clId="Web-{CC2600B6-30BB-97A2-688B-77E8F0A8D1B7}" dt="2024-05-22T07:39:18.211" v="230" actId="1076"/>
          <ac:spMkLst>
            <pc:docMk/>
            <pc:sldMk cId="3701914976" sldId="268"/>
            <ac:spMk id="14" creationId="{2B0406CA-F260-A2B3-B3A5-B308C798F1B4}"/>
          </ac:spMkLst>
        </pc:spChg>
        <pc:picChg chg="add mod ord">
          <ac:chgData name="Alexander Nilsson" userId="S::aleni212@student.liu.se::116806f9-2e69-4feb-accb-1f70a2f2365a" providerId="AD" clId="Web-{CC2600B6-30BB-97A2-688B-77E8F0A8D1B7}" dt="2024-05-22T07:36:44.049" v="183" actId="14100"/>
          <ac:picMkLst>
            <pc:docMk/>
            <pc:sldMk cId="3701914976" sldId="268"/>
            <ac:picMk id="7" creationId="{BD68295A-5C0A-B436-C724-AA857B1334D0}"/>
          </ac:picMkLst>
        </pc:picChg>
        <pc:picChg chg="add mod">
          <ac:chgData name="Alexander Nilsson" userId="S::aleni212@student.liu.se::116806f9-2e69-4feb-accb-1f70a2f2365a" providerId="AD" clId="Web-{CC2600B6-30BB-97A2-688B-77E8F0A8D1B7}" dt="2024-05-22T07:35:30.563" v="177" actId="1076"/>
          <ac:picMkLst>
            <pc:docMk/>
            <pc:sldMk cId="3701914976" sldId="268"/>
            <ac:picMk id="8" creationId="{BCB63A1C-8A0E-6EC6-C970-85F287016D0D}"/>
          </ac:picMkLst>
        </pc:picChg>
        <pc:picChg chg="add del mod">
          <ac:chgData name="Alexander Nilsson" userId="S::aleni212@student.liu.se::116806f9-2e69-4feb-accb-1f70a2f2365a" providerId="AD" clId="Web-{CC2600B6-30BB-97A2-688B-77E8F0A8D1B7}" dt="2024-05-22T07:39:21.055" v="231"/>
          <ac:picMkLst>
            <pc:docMk/>
            <pc:sldMk cId="3701914976" sldId="268"/>
            <ac:picMk id="10" creationId="{B4442F67-6526-EBFB-4738-5872D1E34AA4}"/>
          </ac:picMkLst>
        </pc:picChg>
      </pc:sldChg>
    </pc:docChg>
  </pc:docChgLst>
  <pc:docChgLst>
    <pc:chgData name="Oskar Gottfridsson" userId="ebc0a7d6-a04e-4a5a-9e0c-207c6c2af515" providerId="ADAL" clId="{A5A2E67F-6C02-43A9-942E-136BBD243726}"/>
    <pc:docChg chg="undo custSel addSld modSld sldOrd">
      <pc:chgData name="Oskar Gottfridsson" userId="ebc0a7d6-a04e-4a5a-9e0c-207c6c2af515" providerId="ADAL" clId="{A5A2E67F-6C02-43A9-942E-136BBD243726}" dt="2024-05-23T12:10:26.496" v="2032" actId="1035"/>
      <pc:docMkLst>
        <pc:docMk/>
      </pc:docMkLst>
      <pc:sldChg chg="modSp mod">
        <pc:chgData name="Oskar Gottfridsson" userId="ebc0a7d6-a04e-4a5a-9e0c-207c6c2af515" providerId="ADAL" clId="{A5A2E67F-6C02-43A9-942E-136BBD243726}" dt="2024-05-22T06:28:39.231" v="28" actId="20577"/>
        <pc:sldMkLst>
          <pc:docMk/>
          <pc:sldMk cId="1487700712" sldId="256"/>
        </pc:sldMkLst>
        <pc:spChg chg="mod">
          <ac:chgData name="Oskar Gottfridsson" userId="ebc0a7d6-a04e-4a5a-9e0c-207c6c2af515" providerId="ADAL" clId="{A5A2E67F-6C02-43A9-942E-136BBD243726}" dt="2024-05-22T06:28:34.259" v="22" actId="20577"/>
          <ac:spMkLst>
            <pc:docMk/>
            <pc:sldMk cId="1487700712" sldId="256"/>
            <ac:spMk id="2" creationId="{C02C5318-1A1E-49D0-B2E2-A4B0FA9E8A40}"/>
          </ac:spMkLst>
        </pc:spChg>
        <pc:spChg chg="mod">
          <ac:chgData name="Oskar Gottfridsson" userId="ebc0a7d6-a04e-4a5a-9e0c-207c6c2af515" providerId="ADAL" clId="{A5A2E67F-6C02-43A9-942E-136BBD243726}" dt="2024-05-22T06:28:39.231" v="28" actId="20577"/>
          <ac:spMkLst>
            <pc:docMk/>
            <pc:sldMk cId="1487700712" sldId="256"/>
            <ac:spMk id="3" creationId="{48B6CF59-4E5B-494D-A2F7-97ADD01E6497}"/>
          </ac:spMkLst>
        </pc:spChg>
      </pc:sldChg>
      <pc:sldChg chg="addSp delSp modSp mod modClrScheme chgLayout">
        <pc:chgData name="Oskar Gottfridsson" userId="ebc0a7d6-a04e-4a5a-9e0c-207c6c2af515" providerId="ADAL" clId="{A5A2E67F-6C02-43A9-942E-136BBD243726}" dt="2024-05-22T07:28:26.143" v="1657" actId="313"/>
        <pc:sldMkLst>
          <pc:docMk/>
          <pc:sldMk cId="497607547" sldId="258"/>
        </pc:sldMkLst>
        <pc:spChg chg="add del mod">
          <ac:chgData name="Oskar Gottfridsson" userId="ebc0a7d6-a04e-4a5a-9e0c-207c6c2af515" providerId="ADAL" clId="{A5A2E67F-6C02-43A9-942E-136BBD243726}" dt="2024-05-22T06:34:48.034" v="182" actId="478"/>
          <ac:spMkLst>
            <pc:docMk/>
            <pc:sldMk cId="497607547" sldId="258"/>
            <ac:spMk id="4" creationId="{1166E6F0-009C-2366-AD04-D83B260C5120}"/>
          </ac:spMkLst>
        </pc:spChg>
        <pc:spChg chg="mod">
          <ac:chgData name="Oskar Gottfridsson" userId="ebc0a7d6-a04e-4a5a-9e0c-207c6c2af515" providerId="ADAL" clId="{A5A2E67F-6C02-43A9-942E-136BBD243726}" dt="2024-05-22T06:41:30.771" v="593" actId="26606"/>
          <ac:spMkLst>
            <pc:docMk/>
            <pc:sldMk cId="497607547" sldId="258"/>
            <ac:spMk id="5" creationId="{5CD0BC98-7BC2-8EB5-7B62-2B105C79B1BC}"/>
          </ac:spMkLst>
        </pc:spChg>
        <pc:spChg chg="add del mod">
          <ac:chgData name="Oskar Gottfridsson" userId="ebc0a7d6-a04e-4a5a-9e0c-207c6c2af515" providerId="ADAL" clId="{A5A2E67F-6C02-43A9-942E-136BBD243726}" dt="2024-05-22T06:34:50.592" v="183" actId="478"/>
          <ac:spMkLst>
            <pc:docMk/>
            <pc:sldMk cId="497607547" sldId="258"/>
            <ac:spMk id="6" creationId="{229958BD-D034-FADF-73B7-68D48D3AB0AF}"/>
          </ac:spMkLst>
        </pc:spChg>
        <pc:spChg chg="add mod ord">
          <ac:chgData name="Oskar Gottfridsson" userId="ebc0a7d6-a04e-4a5a-9e0c-207c6c2af515" providerId="ADAL" clId="{A5A2E67F-6C02-43A9-942E-136BBD243726}" dt="2024-05-22T07:28:26.143" v="1657" actId="313"/>
          <ac:spMkLst>
            <pc:docMk/>
            <pc:sldMk cId="497607547" sldId="258"/>
            <ac:spMk id="7" creationId="{498CAB4E-036A-CB1F-EAF9-5D94AA7BC62E}"/>
          </ac:spMkLst>
        </pc:spChg>
        <pc:spChg chg="add mod">
          <ac:chgData name="Oskar Gottfridsson" userId="ebc0a7d6-a04e-4a5a-9e0c-207c6c2af515" providerId="ADAL" clId="{A5A2E67F-6C02-43A9-942E-136BBD243726}" dt="2024-05-22T07:28:13.534" v="1655" actId="790"/>
          <ac:spMkLst>
            <pc:docMk/>
            <pc:sldMk cId="497607547" sldId="258"/>
            <ac:spMk id="8" creationId="{3C7EB31A-49A0-CBE8-1E5E-8774218980DD}"/>
          </ac:spMkLst>
        </pc:spChg>
        <pc:spChg chg="add mod">
          <ac:chgData name="Oskar Gottfridsson" userId="ebc0a7d6-a04e-4a5a-9e0c-207c6c2af515" providerId="ADAL" clId="{A5A2E67F-6C02-43A9-942E-136BBD243726}" dt="2024-05-22T06:43:15.202" v="677" actId="20577"/>
          <ac:spMkLst>
            <pc:docMk/>
            <pc:sldMk cId="497607547" sldId="258"/>
            <ac:spMk id="13" creationId="{540498D9-7200-7143-272B-603A04D84B04}"/>
          </ac:spMkLst>
        </pc:spChg>
        <pc:spChg chg="add mod">
          <ac:chgData name="Oskar Gottfridsson" userId="ebc0a7d6-a04e-4a5a-9e0c-207c6c2af515" providerId="ADAL" clId="{A5A2E67F-6C02-43A9-942E-136BBD243726}" dt="2024-05-22T06:42:12.229" v="643" actId="20577"/>
          <ac:spMkLst>
            <pc:docMk/>
            <pc:sldMk cId="497607547" sldId="258"/>
            <ac:spMk id="15" creationId="{6B618E32-6F66-E6AA-F002-F703161BB720}"/>
          </ac:spMkLst>
        </pc:spChg>
        <pc:picChg chg="mod">
          <ac:chgData name="Oskar Gottfridsson" userId="ebc0a7d6-a04e-4a5a-9e0c-207c6c2af515" providerId="ADAL" clId="{A5A2E67F-6C02-43A9-942E-136BBD243726}" dt="2024-05-22T07:06:41.621" v="1426" actId="1076"/>
          <ac:picMkLst>
            <pc:docMk/>
            <pc:sldMk cId="497607547" sldId="258"/>
            <ac:picMk id="2" creationId="{BB4218E4-D21C-2D00-D694-A012202A761D}"/>
          </ac:picMkLst>
        </pc:picChg>
        <pc:picChg chg="mod">
          <ac:chgData name="Oskar Gottfridsson" userId="ebc0a7d6-a04e-4a5a-9e0c-207c6c2af515" providerId="ADAL" clId="{A5A2E67F-6C02-43A9-942E-136BBD243726}" dt="2024-05-22T06:58:53.618" v="1168" actId="1076"/>
          <ac:picMkLst>
            <pc:docMk/>
            <pc:sldMk cId="497607547" sldId="258"/>
            <ac:picMk id="3" creationId="{DF969675-A475-8AD7-58B3-35AD001720C2}"/>
          </ac:picMkLst>
        </pc:picChg>
        <pc:picChg chg="del">
          <ac:chgData name="Oskar Gottfridsson" userId="ebc0a7d6-a04e-4a5a-9e0c-207c6c2af515" providerId="ADAL" clId="{A5A2E67F-6C02-43A9-942E-136BBD243726}" dt="2024-05-22T06:34:42.102" v="180" actId="478"/>
          <ac:picMkLst>
            <pc:docMk/>
            <pc:sldMk cId="497607547" sldId="258"/>
            <ac:picMk id="11" creationId="{47D9BE16-119C-43B2-9AE6-18C4A150C0EF}"/>
          </ac:picMkLst>
        </pc:picChg>
        <pc:picChg chg="del">
          <ac:chgData name="Oskar Gottfridsson" userId="ebc0a7d6-a04e-4a5a-9e0c-207c6c2af515" providerId="ADAL" clId="{A5A2E67F-6C02-43A9-942E-136BBD243726}" dt="2024-05-22T06:34:45.068" v="181" actId="478"/>
          <ac:picMkLst>
            <pc:docMk/>
            <pc:sldMk cId="497607547" sldId="258"/>
            <ac:picMk id="18" creationId="{BFEA8EC1-23A4-4843-A9C3-AE771D73392A}"/>
          </ac:picMkLst>
        </pc:picChg>
      </pc:sldChg>
      <pc:sldChg chg="addSp delSp modSp mod setBg">
        <pc:chgData name="Oskar Gottfridsson" userId="ebc0a7d6-a04e-4a5a-9e0c-207c6c2af515" providerId="ADAL" clId="{A5A2E67F-6C02-43A9-942E-136BBD243726}" dt="2024-05-22T06:36:42.481" v="304" actId="255"/>
        <pc:sldMkLst>
          <pc:docMk/>
          <pc:sldMk cId="1703342593" sldId="261"/>
        </pc:sldMkLst>
        <pc:spChg chg="mod">
          <ac:chgData name="Oskar Gottfridsson" userId="ebc0a7d6-a04e-4a5a-9e0c-207c6c2af515" providerId="ADAL" clId="{A5A2E67F-6C02-43A9-942E-136BBD243726}" dt="2024-05-22T06:32:08.442" v="176" actId="20577"/>
          <ac:spMkLst>
            <pc:docMk/>
            <pc:sldMk cId="1703342593" sldId="261"/>
            <ac:spMk id="2" creationId="{5B040558-A365-4CCE-92FA-5A48CD98F9C9}"/>
          </ac:spMkLst>
        </pc:spChg>
        <pc:spChg chg="add del mod">
          <ac:chgData name="Oskar Gottfridsson" userId="ebc0a7d6-a04e-4a5a-9e0c-207c6c2af515" providerId="ADAL" clId="{A5A2E67F-6C02-43A9-942E-136BBD243726}" dt="2024-05-22T06:29:35.933" v="115" actId="478"/>
          <ac:spMkLst>
            <pc:docMk/>
            <pc:sldMk cId="1703342593" sldId="261"/>
            <ac:spMk id="5" creationId="{6EE5171A-BB89-356D-B84E-03C5DB76BEC1}"/>
          </ac:spMkLst>
        </pc:spChg>
        <pc:spChg chg="add del mod">
          <ac:chgData name="Oskar Gottfridsson" userId="ebc0a7d6-a04e-4a5a-9e0c-207c6c2af515" providerId="ADAL" clId="{A5A2E67F-6C02-43A9-942E-136BBD243726}" dt="2024-05-22T06:31:34.882" v="155" actId="26606"/>
          <ac:spMkLst>
            <pc:docMk/>
            <pc:sldMk cId="1703342593" sldId="261"/>
            <ac:spMk id="6" creationId="{C1911864-72F6-1D27-FB46-8419E1FAEC23}"/>
          </ac:spMkLst>
        </pc:spChg>
        <pc:spChg chg="del">
          <ac:chgData name="Oskar Gottfridsson" userId="ebc0a7d6-a04e-4a5a-9e0c-207c6c2af515" providerId="ADAL" clId="{A5A2E67F-6C02-43A9-942E-136BBD243726}" dt="2024-05-22T06:31:34.882" v="155" actId="26606"/>
          <ac:spMkLst>
            <pc:docMk/>
            <pc:sldMk cId="1703342593" sldId="261"/>
            <ac:spMk id="29" creationId="{BFDA9692-ECDC-4B59-86B2-8C90FDE1A055}"/>
          </ac:spMkLst>
        </pc:spChg>
        <pc:spChg chg="del">
          <ac:chgData name="Oskar Gottfridsson" userId="ebc0a7d6-a04e-4a5a-9e0c-207c6c2af515" providerId="ADAL" clId="{A5A2E67F-6C02-43A9-942E-136BBD243726}" dt="2024-05-22T06:31:34.882" v="155" actId="26606"/>
          <ac:spMkLst>
            <pc:docMk/>
            <pc:sldMk cId="1703342593" sldId="261"/>
            <ac:spMk id="31" creationId="{12C05506-42A1-49C0-9D87-081CCD9023D6}"/>
          </ac:spMkLst>
        </pc:spChg>
        <pc:graphicFrameChg chg="del mod">
          <ac:chgData name="Oskar Gottfridsson" userId="ebc0a7d6-a04e-4a5a-9e0c-207c6c2af515" providerId="ADAL" clId="{A5A2E67F-6C02-43A9-942E-136BBD243726}" dt="2024-05-22T06:29:04.742" v="30" actId="478"/>
          <ac:graphicFrameMkLst>
            <pc:docMk/>
            <pc:sldMk cId="1703342593" sldId="261"/>
            <ac:graphicFrameMk id="4" creationId="{81E592E1-99DF-4294-A2E9-EF46299BD3F4}"/>
          </ac:graphicFrameMkLst>
        </pc:graphicFrameChg>
        <pc:graphicFrameChg chg="add mod">
          <ac:chgData name="Oskar Gottfridsson" userId="ebc0a7d6-a04e-4a5a-9e0c-207c6c2af515" providerId="ADAL" clId="{A5A2E67F-6C02-43A9-942E-136BBD243726}" dt="2024-05-22T06:35:45.396" v="204" actId="1076"/>
          <ac:graphicFrameMkLst>
            <pc:docMk/>
            <pc:sldMk cId="1703342593" sldId="261"/>
            <ac:graphicFrameMk id="7" creationId="{BE9C7A22-E1EB-57DC-3087-C013BE1ACC2A}"/>
          </ac:graphicFrameMkLst>
        </pc:graphicFrameChg>
        <pc:graphicFrameChg chg="add mod">
          <ac:chgData name="Oskar Gottfridsson" userId="ebc0a7d6-a04e-4a5a-9e0c-207c6c2af515" providerId="ADAL" clId="{A5A2E67F-6C02-43A9-942E-136BBD243726}" dt="2024-05-22T06:36:42.481" v="304" actId="255"/>
          <ac:graphicFrameMkLst>
            <pc:docMk/>
            <pc:sldMk cId="1703342593" sldId="261"/>
            <ac:graphicFrameMk id="33" creationId="{D4B387AF-94DA-CBD7-365F-7399B8DBCCA2}"/>
          </ac:graphicFrameMkLst>
        </pc:graphicFrameChg>
      </pc:sldChg>
      <pc:sldChg chg="addSp delSp modSp add mod">
        <pc:chgData name="Oskar Gottfridsson" userId="ebc0a7d6-a04e-4a5a-9e0c-207c6c2af515" providerId="ADAL" clId="{A5A2E67F-6C02-43A9-942E-136BBD243726}" dt="2024-05-22T07:21:39.370" v="1555" actId="14100"/>
        <pc:sldMkLst>
          <pc:docMk/>
          <pc:sldMk cId="1200921467" sldId="262"/>
        </pc:sldMkLst>
        <pc:spChg chg="add mod">
          <ac:chgData name="Oskar Gottfridsson" userId="ebc0a7d6-a04e-4a5a-9e0c-207c6c2af515" providerId="ADAL" clId="{A5A2E67F-6C02-43A9-942E-136BBD243726}" dt="2024-05-22T06:45:08.736" v="747" actId="1076"/>
          <ac:spMkLst>
            <pc:docMk/>
            <pc:sldMk cId="1200921467" sldId="262"/>
            <ac:spMk id="2" creationId="{732BD909-4589-4FDE-4C56-AE9D527B78E9}"/>
          </ac:spMkLst>
        </pc:spChg>
        <pc:spChg chg="add del mod">
          <ac:chgData name="Oskar Gottfridsson" userId="ebc0a7d6-a04e-4a5a-9e0c-207c6c2af515" providerId="ADAL" clId="{A5A2E67F-6C02-43A9-942E-136BBD243726}" dt="2024-05-22T06:45:25.133" v="786"/>
          <ac:spMkLst>
            <pc:docMk/>
            <pc:sldMk cId="1200921467" sldId="262"/>
            <ac:spMk id="3" creationId="{C5A0D1E7-9285-D4DF-DDAC-F767CBD9E6B0}"/>
          </ac:spMkLst>
        </pc:spChg>
        <pc:spChg chg="add mod">
          <ac:chgData name="Oskar Gottfridsson" userId="ebc0a7d6-a04e-4a5a-9e0c-207c6c2af515" providerId="ADAL" clId="{A5A2E67F-6C02-43A9-942E-136BBD243726}" dt="2024-05-22T07:17:22.084" v="1536" actId="790"/>
          <ac:spMkLst>
            <pc:docMk/>
            <pc:sldMk cId="1200921467" sldId="262"/>
            <ac:spMk id="4" creationId="{1CACEC96-C198-0110-2535-003519E51EE4}"/>
          </ac:spMkLst>
        </pc:spChg>
        <pc:spChg chg="mod">
          <ac:chgData name="Oskar Gottfridsson" userId="ebc0a7d6-a04e-4a5a-9e0c-207c6c2af515" providerId="ADAL" clId="{A5A2E67F-6C02-43A9-942E-136BBD243726}" dt="2024-05-22T06:44:18.102" v="710" actId="20577"/>
          <ac:spMkLst>
            <pc:docMk/>
            <pc:sldMk cId="1200921467" sldId="262"/>
            <ac:spMk id="5" creationId="{5CD0BC98-7BC2-8EB5-7B62-2B105C79B1BC}"/>
          </ac:spMkLst>
        </pc:spChg>
        <pc:spChg chg="add mod">
          <ac:chgData name="Oskar Gottfridsson" userId="ebc0a7d6-a04e-4a5a-9e0c-207c6c2af515" providerId="ADAL" clId="{A5A2E67F-6C02-43A9-942E-136BBD243726}" dt="2024-05-22T07:21:21.848" v="1552" actId="27636"/>
          <ac:spMkLst>
            <pc:docMk/>
            <pc:sldMk cId="1200921467" sldId="262"/>
            <ac:spMk id="6" creationId="{7F39DFB4-3332-D8F4-ADAF-453163225224}"/>
          </ac:spMkLst>
        </pc:spChg>
        <pc:spChg chg="mod">
          <ac:chgData name="Oskar Gottfridsson" userId="ebc0a7d6-a04e-4a5a-9e0c-207c6c2af515" providerId="ADAL" clId="{A5A2E67F-6C02-43A9-942E-136BBD243726}" dt="2024-05-22T06:44:48.898" v="742" actId="20577"/>
          <ac:spMkLst>
            <pc:docMk/>
            <pc:sldMk cId="1200921467" sldId="262"/>
            <ac:spMk id="7" creationId="{498CAB4E-036A-CB1F-EAF9-5D94AA7BC62E}"/>
          </ac:spMkLst>
        </pc:spChg>
        <pc:spChg chg="mod">
          <ac:chgData name="Oskar Gottfridsson" userId="ebc0a7d6-a04e-4a5a-9e0c-207c6c2af515" providerId="ADAL" clId="{A5A2E67F-6C02-43A9-942E-136BBD243726}" dt="2024-05-22T06:44:21.587" v="711" actId="20577"/>
          <ac:spMkLst>
            <pc:docMk/>
            <pc:sldMk cId="1200921467" sldId="262"/>
            <ac:spMk id="8" creationId="{3C7EB31A-49A0-CBE8-1E5E-8774218980DD}"/>
          </ac:spMkLst>
        </pc:spChg>
        <pc:spChg chg="mod">
          <ac:chgData name="Oskar Gottfridsson" userId="ebc0a7d6-a04e-4a5a-9e0c-207c6c2af515" providerId="ADAL" clId="{A5A2E67F-6C02-43A9-942E-136BBD243726}" dt="2024-05-22T06:44:32.301" v="724" actId="20577"/>
          <ac:spMkLst>
            <pc:docMk/>
            <pc:sldMk cId="1200921467" sldId="262"/>
            <ac:spMk id="13" creationId="{540498D9-7200-7143-272B-603A04D84B04}"/>
          </ac:spMkLst>
        </pc:spChg>
        <pc:spChg chg="mod">
          <ac:chgData name="Oskar Gottfridsson" userId="ebc0a7d6-a04e-4a5a-9e0c-207c6c2af515" providerId="ADAL" clId="{A5A2E67F-6C02-43A9-942E-136BBD243726}" dt="2024-05-22T06:44:38.299" v="739" actId="20577"/>
          <ac:spMkLst>
            <pc:docMk/>
            <pc:sldMk cId="1200921467" sldId="262"/>
            <ac:spMk id="15" creationId="{6B618E32-6F66-E6AA-F002-F703161BB720}"/>
          </ac:spMkLst>
        </pc:spChg>
        <pc:picChg chg="mod">
          <ac:chgData name="Oskar Gottfridsson" userId="ebc0a7d6-a04e-4a5a-9e0c-207c6c2af515" providerId="ADAL" clId="{A5A2E67F-6C02-43A9-942E-136BBD243726}" dt="2024-05-22T07:21:39.370" v="1555" actId="14100"/>
          <ac:picMkLst>
            <pc:docMk/>
            <pc:sldMk cId="1200921467" sldId="262"/>
            <ac:picMk id="3" creationId="{F7035F88-C794-788D-0A36-07D2342DAC84}"/>
          </ac:picMkLst>
        </pc:picChg>
      </pc:sldChg>
      <pc:sldChg chg="modSp mod">
        <pc:chgData name="Oskar Gottfridsson" userId="ebc0a7d6-a04e-4a5a-9e0c-207c6c2af515" providerId="ADAL" clId="{A5A2E67F-6C02-43A9-942E-136BBD243726}" dt="2024-05-22T07:22:51.793" v="1613" actId="20577"/>
        <pc:sldMkLst>
          <pc:docMk/>
          <pc:sldMk cId="1433083679" sldId="263"/>
        </pc:sldMkLst>
        <pc:spChg chg="mod">
          <ac:chgData name="Oskar Gottfridsson" userId="ebc0a7d6-a04e-4a5a-9e0c-207c6c2af515" providerId="ADAL" clId="{A5A2E67F-6C02-43A9-942E-136BBD243726}" dt="2024-05-22T07:15:07.814" v="1498" actId="790"/>
          <ac:spMkLst>
            <pc:docMk/>
            <pc:sldMk cId="1433083679" sldId="263"/>
            <ac:spMk id="4" creationId="{1CACEC96-C198-0110-2535-003519E51EE4}"/>
          </ac:spMkLst>
        </pc:spChg>
        <pc:spChg chg="mod">
          <ac:chgData name="Oskar Gottfridsson" userId="ebc0a7d6-a04e-4a5a-9e0c-207c6c2af515" providerId="ADAL" clId="{A5A2E67F-6C02-43A9-942E-136BBD243726}" dt="2024-05-22T07:22:51.793" v="1613" actId="20577"/>
          <ac:spMkLst>
            <pc:docMk/>
            <pc:sldMk cId="1433083679" sldId="263"/>
            <ac:spMk id="6" creationId="{54029166-02D1-50F1-BC05-13CD1CD62339}"/>
          </ac:spMkLst>
        </pc:spChg>
      </pc:sldChg>
      <pc:sldChg chg="modSp mod">
        <pc:chgData name="Oskar Gottfridsson" userId="ebc0a7d6-a04e-4a5a-9e0c-207c6c2af515" providerId="ADAL" clId="{A5A2E67F-6C02-43A9-942E-136BBD243726}" dt="2024-05-22T07:14:29.080" v="1494" actId="790"/>
        <pc:sldMkLst>
          <pc:docMk/>
          <pc:sldMk cId="4096467198" sldId="265"/>
        </pc:sldMkLst>
        <pc:spChg chg="mod">
          <ac:chgData name="Oskar Gottfridsson" userId="ebc0a7d6-a04e-4a5a-9e0c-207c6c2af515" providerId="ADAL" clId="{A5A2E67F-6C02-43A9-942E-136BBD243726}" dt="2024-05-22T07:14:29.080" v="1494" actId="790"/>
          <ac:spMkLst>
            <pc:docMk/>
            <pc:sldMk cId="4096467198" sldId="265"/>
            <ac:spMk id="4" creationId="{1CACEC96-C198-0110-2535-003519E51EE4}"/>
          </ac:spMkLst>
        </pc:spChg>
        <pc:spChg chg="mod">
          <ac:chgData name="Oskar Gottfridsson" userId="ebc0a7d6-a04e-4a5a-9e0c-207c6c2af515" providerId="ADAL" clId="{A5A2E67F-6C02-43A9-942E-136BBD243726}" dt="2024-05-22T07:14:07.518" v="1492" actId="790"/>
          <ac:spMkLst>
            <pc:docMk/>
            <pc:sldMk cId="4096467198" sldId="265"/>
            <ac:spMk id="6" creationId="{54029166-02D1-50F1-BC05-13CD1CD62339}"/>
          </ac:spMkLst>
        </pc:spChg>
      </pc:sldChg>
      <pc:sldChg chg="addSp delSp modSp mod ord modClrScheme chgLayout">
        <pc:chgData name="Oskar Gottfridsson" userId="ebc0a7d6-a04e-4a5a-9e0c-207c6c2af515" providerId="ADAL" clId="{A5A2E67F-6C02-43A9-942E-136BBD243726}" dt="2024-05-23T12:10:26.496" v="2032" actId="1035"/>
        <pc:sldMkLst>
          <pc:docMk/>
          <pc:sldMk cId="1393991618" sldId="266"/>
        </pc:sldMkLst>
        <pc:spChg chg="mod">
          <ac:chgData name="Oskar Gottfridsson" userId="ebc0a7d6-a04e-4a5a-9e0c-207c6c2af515" providerId="ADAL" clId="{A5A2E67F-6C02-43A9-942E-136BBD243726}" dt="2024-05-22T07:08:56.771" v="1456" actId="26606"/>
          <ac:spMkLst>
            <pc:docMk/>
            <pc:sldMk cId="1393991618" sldId="266"/>
            <ac:spMk id="5" creationId="{5CD0BC98-7BC2-8EB5-7B62-2B105C79B1BC}"/>
          </ac:spMkLst>
        </pc:spChg>
        <pc:picChg chg="add del mod">
          <ac:chgData name="Oskar Gottfridsson" userId="ebc0a7d6-a04e-4a5a-9e0c-207c6c2af515" providerId="ADAL" clId="{A5A2E67F-6C02-43A9-942E-136BBD243726}" dt="2024-05-22T07:09:41.791" v="1462" actId="478"/>
          <ac:picMkLst>
            <pc:docMk/>
            <pc:sldMk cId="1393991618" sldId="266"/>
            <ac:picMk id="10" creationId="{53C2E6C8-AF6C-3DF9-9B46-7EC97A696C7A}"/>
          </ac:picMkLst>
        </pc:picChg>
        <pc:picChg chg="add mod">
          <ac:chgData name="Oskar Gottfridsson" userId="ebc0a7d6-a04e-4a5a-9e0c-207c6c2af515" providerId="ADAL" clId="{A5A2E67F-6C02-43A9-942E-136BBD243726}" dt="2024-05-23T12:10:26.496" v="2032" actId="1035"/>
          <ac:picMkLst>
            <pc:docMk/>
            <pc:sldMk cId="1393991618" sldId="266"/>
            <ac:picMk id="14" creationId="{DB3CB59B-A1A6-EAC0-7889-A2C291D88A9D}"/>
          </ac:picMkLst>
        </pc:picChg>
      </pc:sldChg>
      <pc:sldChg chg="modSp mod">
        <pc:chgData name="Oskar Gottfridsson" userId="ebc0a7d6-a04e-4a5a-9e0c-207c6c2af515" providerId="ADAL" clId="{A5A2E67F-6C02-43A9-942E-136BBD243726}" dt="2024-05-22T07:35:08.535" v="1852" actId="20577"/>
        <pc:sldMkLst>
          <pc:docMk/>
          <pc:sldMk cId="1081270795" sldId="267"/>
        </pc:sldMkLst>
        <pc:spChg chg="mod">
          <ac:chgData name="Oskar Gottfridsson" userId="ebc0a7d6-a04e-4a5a-9e0c-207c6c2af515" providerId="ADAL" clId="{A5A2E67F-6C02-43A9-942E-136BBD243726}" dt="2024-05-22T07:30:31.490" v="1662" actId="1076"/>
          <ac:spMkLst>
            <pc:docMk/>
            <pc:sldMk cId="1081270795" sldId="267"/>
            <ac:spMk id="18" creationId="{181F3473-6B91-2656-E719-02F3864DED42}"/>
          </ac:spMkLst>
        </pc:spChg>
        <pc:spChg chg="mod">
          <ac:chgData name="Oskar Gottfridsson" userId="ebc0a7d6-a04e-4a5a-9e0c-207c6c2af515" providerId="ADAL" clId="{A5A2E67F-6C02-43A9-942E-136BBD243726}" dt="2024-05-22T07:30:26.539" v="1661" actId="1076"/>
          <ac:spMkLst>
            <pc:docMk/>
            <pc:sldMk cId="1081270795" sldId="267"/>
            <ac:spMk id="19" creationId="{D94064A7-7FEC-CCD6-3C39-3F29CBB0C502}"/>
          </ac:spMkLst>
        </pc:spChg>
        <pc:spChg chg="mod">
          <ac:chgData name="Oskar Gottfridsson" userId="ebc0a7d6-a04e-4a5a-9e0c-207c6c2af515" providerId="ADAL" clId="{A5A2E67F-6C02-43A9-942E-136BBD243726}" dt="2024-05-22T07:35:08.535" v="1852" actId="20577"/>
          <ac:spMkLst>
            <pc:docMk/>
            <pc:sldMk cId="1081270795" sldId="267"/>
            <ac:spMk id="22" creationId="{09BB3B71-1775-EFB5-51B0-A73F47C18C72}"/>
          </ac:spMkLst>
        </pc:spChg>
      </pc:sldChg>
      <pc:sldChg chg="delSp modSp add mod ord">
        <pc:chgData name="Oskar Gottfridsson" userId="ebc0a7d6-a04e-4a5a-9e0c-207c6c2af515" providerId="ADAL" clId="{A5A2E67F-6C02-43A9-942E-136BBD243726}" dt="2024-05-22T07:44:30.728" v="2031" actId="255"/>
        <pc:sldMkLst>
          <pc:docMk/>
          <pc:sldMk cId="1841564287" sldId="269"/>
        </pc:sldMkLst>
        <pc:spChg chg="mod">
          <ac:chgData name="Oskar Gottfridsson" userId="ebc0a7d6-a04e-4a5a-9e0c-207c6c2af515" providerId="ADAL" clId="{A5A2E67F-6C02-43A9-942E-136BBD243726}" dt="2024-05-22T07:42:07.669" v="1984" actId="20577"/>
          <ac:spMkLst>
            <pc:docMk/>
            <pc:sldMk cId="1841564287" sldId="269"/>
            <ac:spMk id="2" creationId="{6A8F3406-6E62-C7D1-AF9F-89F3463DD932}"/>
          </ac:spMkLst>
        </pc:spChg>
        <pc:spChg chg="del">
          <ac:chgData name="Oskar Gottfridsson" userId="ebc0a7d6-a04e-4a5a-9e0c-207c6c2af515" providerId="ADAL" clId="{A5A2E67F-6C02-43A9-942E-136BBD243726}" dt="2024-05-22T07:42:47.539" v="1986" actId="478"/>
          <ac:spMkLst>
            <pc:docMk/>
            <pc:sldMk cId="1841564287" sldId="269"/>
            <ac:spMk id="3" creationId="{FE830599-65DD-30BA-38E3-97D52958975B}"/>
          </ac:spMkLst>
        </pc:spChg>
        <pc:spChg chg="mod">
          <ac:chgData name="Oskar Gottfridsson" userId="ebc0a7d6-a04e-4a5a-9e0c-207c6c2af515" providerId="ADAL" clId="{A5A2E67F-6C02-43A9-942E-136BBD243726}" dt="2024-05-22T07:44:30.728" v="2031" actId="255"/>
          <ac:spMkLst>
            <pc:docMk/>
            <pc:sldMk cId="1841564287" sldId="269"/>
            <ac:spMk id="4" creationId="{BDA24DF2-40D7-0CAF-0323-7E3046D510C6}"/>
          </ac:spMkLst>
        </pc:spChg>
        <pc:spChg chg="del">
          <ac:chgData name="Oskar Gottfridsson" userId="ebc0a7d6-a04e-4a5a-9e0c-207c6c2af515" providerId="ADAL" clId="{A5A2E67F-6C02-43A9-942E-136BBD243726}" dt="2024-05-22T07:39:16.971" v="1856" actId="478"/>
          <ac:spMkLst>
            <pc:docMk/>
            <pc:sldMk cId="1841564287" sldId="269"/>
            <ac:spMk id="5" creationId="{A32224F2-37B9-4FA8-E814-87E4858FF91F}"/>
          </ac:spMkLst>
        </pc:spChg>
        <pc:spChg chg="del">
          <ac:chgData name="Oskar Gottfridsson" userId="ebc0a7d6-a04e-4a5a-9e0c-207c6c2af515" providerId="ADAL" clId="{A5A2E67F-6C02-43A9-942E-136BBD243726}" dt="2024-05-22T07:39:14.734" v="1855" actId="478"/>
          <ac:spMkLst>
            <pc:docMk/>
            <pc:sldMk cId="1841564287" sldId="269"/>
            <ac:spMk id="6" creationId="{54C965E4-0B09-AC16-2414-58FE91038109}"/>
          </ac:spMkLst>
        </pc:spChg>
      </pc:sldChg>
    </pc:docChg>
  </pc:docChgLst>
  <pc:docChgLst>
    <pc:chgData name="Oscar Eriksson" userId="S::oscer102@student.liu.se::c72761ba-7e88-4280-80f0-c749996e02bd" providerId="AD" clId="Web-{5B6FC737-B716-576B-F858-FC539602B6CA}"/>
    <pc:docChg chg="addSld modSld sldOrd">
      <pc:chgData name="Oscar Eriksson" userId="S::oscer102@student.liu.se::c72761ba-7e88-4280-80f0-c749996e02bd" providerId="AD" clId="Web-{5B6FC737-B716-576B-F858-FC539602B6CA}" dt="2024-05-22T07:53:31.601" v="997"/>
      <pc:docMkLst>
        <pc:docMk/>
      </pc:docMkLst>
      <pc:sldChg chg="modSp">
        <pc:chgData name="Oscar Eriksson" userId="S::oscer102@student.liu.se::c72761ba-7e88-4280-80f0-c749996e02bd" providerId="AD" clId="Web-{5B6FC737-B716-576B-F858-FC539602B6CA}" dt="2024-05-22T07:06:47.290" v="431" actId="1076"/>
        <pc:sldMkLst>
          <pc:docMk/>
          <pc:sldMk cId="497607547" sldId="258"/>
        </pc:sldMkLst>
        <pc:spChg chg="mod">
          <ac:chgData name="Oscar Eriksson" userId="S::oscer102@student.liu.se::c72761ba-7e88-4280-80f0-c749996e02bd" providerId="AD" clId="Web-{5B6FC737-B716-576B-F858-FC539602B6CA}" dt="2024-05-22T07:06:45.493" v="430" actId="20577"/>
          <ac:spMkLst>
            <pc:docMk/>
            <pc:sldMk cId="497607547" sldId="258"/>
            <ac:spMk id="7" creationId="{498CAB4E-036A-CB1F-EAF9-5D94AA7BC62E}"/>
          </ac:spMkLst>
        </pc:spChg>
        <pc:picChg chg="mod">
          <ac:chgData name="Oscar Eriksson" userId="S::oscer102@student.liu.se::c72761ba-7e88-4280-80f0-c749996e02bd" providerId="AD" clId="Web-{5B6FC737-B716-576B-F858-FC539602B6CA}" dt="2024-05-22T07:06:47.290" v="431" actId="1076"/>
          <ac:picMkLst>
            <pc:docMk/>
            <pc:sldMk cId="497607547" sldId="258"/>
            <ac:picMk id="2" creationId="{BB4218E4-D21C-2D00-D694-A012202A761D}"/>
          </ac:picMkLst>
        </pc:picChg>
      </pc:sldChg>
      <pc:sldChg chg="addSp delSp modSp">
        <pc:chgData name="Oscar Eriksson" userId="S::oscer102@student.liu.se::c72761ba-7e88-4280-80f0-c749996e02bd" providerId="AD" clId="Web-{5B6FC737-B716-576B-F858-FC539602B6CA}" dt="2024-05-22T07:53:31.601" v="997"/>
        <pc:sldMkLst>
          <pc:docMk/>
          <pc:sldMk cId="3501347425" sldId="260"/>
        </pc:sldMkLst>
        <pc:spChg chg="mod">
          <ac:chgData name="Oscar Eriksson" userId="S::oscer102@student.liu.se::c72761ba-7e88-4280-80f0-c749996e02bd" providerId="AD" clId="Web-{5B6FC737-B716-576B-F858-FC539602B6CA}" dt="2024-05-22T07:53:27.867" v="995" actId="20577"/>
          <ac:spMkLst>
            <pc:docMk/>
            <pc:sldMk cId="3501347425" sldId="260"/>
            <ac:spMk id="6" creationId="{40EE0244-9B4A-63EE-6500-7E7FAFA27648}"/>
          </ac:spMkLst>
        </pc:spChg>
        <pc:spChg chg="add del">
          <ac:chgData name="Oscar Eriksson" userId="S::oscer102@student.liu.se::c72761ba-7e88-4280-80f0-c749996e02bd" providerId="AD" clId="Web-{5B6FC737-B716-576B-F858-FC539602B6CA}" dt="2024-05-22T07:53:31.601" v="997"/>
          <ac:spMkLst>
            <pc:docMk/>
            <pc:sldMk cId="3501347425" sldId="260"/>
            <ac:spMk id="12" creationId="{7C00E1DA-EC7C-40FC-95E3-11FDCD2E4291}"/>
          </ac:spMkLst>
        </pc:spChg>
      </pc:sldChg>
      <pc:sldChg chg="addSp delSp modSp">
        <pc:chgData name="Oscar Eriksson" userId="S::oscer102@student.liu.se::c72761ba-7e88-4280-80f0-c749996e02bd" providerId="AD" clId="Web-{5B6FC737-B716-576B-F858-FC539602B6CA}" dt="2024-05-22T07:41:04.905" v="948" actId="14100"/>
        <pc:sldMkLst>
          <pc:docMk/>
          <pc:sldMk cId="1200921467" sldId="262"/>
        </pc:sldMkLst>
        <pc:spChg chg="mod">
          <ac:chgData name="Oscar Eriksson" userId="S::oscer102@student.liu.se::c72761ba-7e88-4280-80f0-c749996e02bd" providerId="AD" clId="Web-{5B6FC737-B716-576B-F858-FC539602B6CA}" dt="2024-05-22T07:05:27.900" v="425" actId="20577"/>
          <ac:spMkLst>
            <pc:docMk/>
            <pc:sldMk cId="1200921467" sldId="262"/>
            <ac:spMk id="4" creationId="{1CACEC96-C198-0110-2535-003519E51EE4}"/>
          </ac:spMkLst>
        </pc:spChg>
        <pc:picChg chg="add del mod">
          <ac:chgData name="Oscar Eriksson" userId="S::oscer102@student.liu.se::c72761ba-7e88-4280-80f0-c749996e02bd" providerId="AD" clId="Web-{5B6FC737-B716-576B-F858-FC539602B6CA}" dt="2024-05-22T07:39:19.077" v="936"/>
          <ac:picMkLst>
            <pc:docMk/>
            <pc:sldMk cId="1200921467" sldId="262"/>
            <ac:picMk id="3" creationId="{F7035F88-C794-788D-0A36-07D2342DAC84}"/>
          </ac:picMkLst>
        </pc:picChg>
        <pc:picChg chg="add mod">
          <ac:chgData name="Oscar Eriksson" userId="S::oscer102@student.liu.se::c72761ba-7e88-4280-80f0-c749996e02bd" providerId="AD" clId="Web-{5B6FC737-B716-576B-F858-FC539602B6CA}" dt="2024-05-22T07:40:31.952" v="942" actId="1076"/>
          <ac:picMkLst>
            <pc:docMk/>
            <pc:sldMk cId="1200921467" sldId="262"/>
            <ac:picMk id="9" creationId="{7D12F5EC-D9C2-A31D-71E2-456A1AD5FD27}"/>
          </ac:picMkLst>
        </pc:picChg>
        <pc:picChg chg="add mod">
          <ac:chgData name="Oscar Eriksson" userId="S::oscer102@student.liu.se::c72761ba-7e88-4280-80f0-c749996e02bd" providerId="AD" clId="Web-{5B6FC737-B716-576B-F858-FC539602B6CA}" dt="2024-05-22T07:41:04.905" v="948" actId="14100"/>
          <ac:picMkLst>
            <pc:docMk/>
            <pc:sldMk cId="1200921467" sldId="262"/>
            <ac:picMk id="10" creationId="{1BBFEFFF-E54F-C05D-AB31-AB1FA08E2F04}"/>
          </ac:picMkLst>
        </pc:picChg>
      </pc:sldChg>
      <pc:sldChg chg="modSp add ord replId">
        <pc:chgData name="Oscar Eriksson" userId="S::oscer102@student.liu.se::c72761ba-7e88-4280-80f0-c749996e02bd" providerId="AD" clId="Web-{5B6FC737-B716-576B-F858-FC539602B6CA}" dt="2024-05-22T07:53:08.852" v="993" actId="20577"/>
        <pc:sldMkLst>
          <pc:docMk/>
          <pc:sldMk cId="4096467198" sldId="265"/>
        </pc:sldMkLst>
        <pc:spChg chg="mod">
          <ac:chgData name="Oscar Eriksson" userId="S::oscer102@student.liu.se::c72761ba-7e88-4280-80f0-c749996e02bd" providerId="AD" clId="Web-{5B6FC737-B716-576B-F858-FC539602B6CA}" dt="2024-05-22T07:53:08.852" v="993" actId="20577"/>
          <ac:spMkLst>
            <pc:docMk/>
            <pc:sldMk cId="4096467198" sldId="265"/>
            <ac:spMk id="4" creationId="{1CACEC96-C198-0110-2535-003519E51EE4}"/>
          </ac:spMkLst>
        </pc:spChg>
        <pc:spChg chg="mod">
          <ac:chgData name="Oscar Eriksson" userId="S::oscer102@student.liu.se::c72761ba-7e88-4280-80f0-c749996e02bd" providerId="AD" clId="Web-{5B6FC737-B716-576B-F858-FC539602B6CA}" dt="2024-05-22T07:14:45.848" v="508" actId="20577"/>
          <ac:spMkLst>
            <pc:docMk/>
            <pc:sldMk cId="4096467198" sldId="265"/>
            <ac:spMk id="5" creationId="{5CD0BC98-7BC2-8EB5-7B62-2B105C79B1BC}"/>
          </ac:spMkLst>
        </pc:spChg>
        <pc:spChg chg="mod">
          <ac:chgData name="Oscar Eriksson" userId="S::oscer102@student.liu.se::c72761ba-7e88-4280-80f0-c749996e02bd" providerId="AD" clId="Web-{5B6FC737-B716-576B-F858-FC539602B6CA}" dt="2024-05-22T07:02:56.151" v="320" actId="20577"/>
          <ac:spMkLst>
            <pc:docMk/>
            <pc:sldMk cId="4096467198" sldId="265"/>
            <ac:spMk id="6" creationId="{54029166-02D1-50F1-BC05-13CD1CD62339}"/>
          </ac:spMkLst>
        </pc:spChg>
        <pc:spChg chg="mod">
          <ac:chgData name="Oscar Eriksson" userId="S::oscer102@student.liu.se::c72761ba-7e88-4280-80f0-c749996e02bd" providerId="AD" clId="Web-{5B6FC737-B716-576B-F858-FC539602B6CA}" dt="2024-05-22T06:59:01.278" v="89" actId="20577"/>
          <ac:spMkLst>
            <pc:docMk/>
            <pc:sldMk cId="4096467198" sldId="265"/>
            <ac:spMk id="13" creationId="{540498D9-7200-7143-272B-603A04D84B04}"/>
          </ac:spMkLst>
        </pc:spChg>
        <pc:spChg chg="mod">
          <ac:chgData name="Oscar Eriksson" userId="S::oscer102@student.liu.se::c72761ba-7e88-4280-80f0-c749996e02bd" providerId="AD" clId="Web-{5B6FC737-B716-576B-F858-FC539602B6CA}" dt="2024-05-22T06:59:14.028" v="99" actId="20577"/>
          <ac:spMkLst>
            <pc:docMk/>
            <pc:sldMk cId="4096467198" sldId="265"/>
            <ac:spMk id="15" creationId="{6B618E32-6F66-E6AA-F002-F703161BB720}"/>
          </ac:spMkLst>
        </pc:spChg>
      </pc:sldChg>
      <pc:sldChg chg="addSp delSp modSp add replId">
        <pc:chgData name="Oscar Eriksson" userId="S::oscer102@student.liu.se::c72761ba-7e88-4280-80f0-c749996e02bd" providerId="AD" clId="Web-{5B6FC737-B716-576B-F858-FC539602B6CA}" dt="2024-05-22T07:03:48.291" v="345"/>
        <pc:sldMkLst>
          <pc:docMk/>
          <pc:sldMk cId="1393991618" sldId="266"/>
        </pc:sldMkLst>
        <pc:spChg chg="del">
          <ac:chgData name="Oscar Eriksson" userId="S::oscer102@student.liu.se::c72761ba-7e88-4280-80f0-c749996e02bd" providerId="AD" clId="Web-{5B6FC737-B716-576B-F858-FC539602B6CA}" dt="2024-05-22T07:03:43.854" v="339"/>
          <ac:spMkLst>
            <pc:docMk/>
            <pc:sldMk cId="1393991618" sldId="266"/>
            <ac:spMk id="2" creationId="{732BD909-4589-4FDE-4C56-AE9D527B78E9}"/>
          </ac:spMkLst>
        </pc:spChg>
        <pc:spChg chg="del">
          <ac:chgData name="Oscar Eriksson" userId="S::oscer102@student.liu.se::c72761ba-7e88-4280-80f0-c749996e02bd" providerId="AD" clId="Web-{5B6FC737-B716-576B-F858-FC539602B6CA}" dt="2024-05-22T07:03:40.448" v="337"/>
          <ac:spMkLst>
            <pc:docMk/>
            <pc:sldMk cId="1393991618" sldId="266"/>
            <ac:spMk id="4" creationId="{1CACEC96-C198-0110-2535-003519E51EE4}"/>
          </ac:spMkLst>
        </pc:spChg>
        <pc:spChg chg="mod">
          <ac:chgData name="Oscar Eriksson" userId="S::oscer102@student.liu.se::c72761ba-7e88-4280-80f0-c749996e02bd" providerId="AD" clId="Web-{5B6FC737-B716-576B-F858-FC539602B6CA}" dt="2024-05-22T07:03:34.604" v="336" actId="20577"/>
          <ac:spMkLst>
            <pc:docMk/>
            <pc:sldMk cId="1393991618" sldId="266"/>
            <ac:spMk id="5" creationId="{5CD0BC98-7BC2-8EB5-7B62-2B105C79B1BC}"/>
          </ac:spMkLst>
        </pc:spChg>
        <pc:spChg chg="del">
          <ac:chgData name="Oscar Eriksson" userId="S::oscer102@student.liu.se::c72761ba-7e88-4280-80f0-c749996e02bd" providerId="AD" clId="Web-{5B6FC737-B716-576B-F858-FC539602B6CA}" dt="2024-05-22T07:03:43.854" v="338"/>
          <ac:spMkLst>
            <pc:docMk/>
            <pc:sldMk cId="1393991618" sldId="266"/>
            <ac:spMk id="6" creationId="{54029166-02D1-50F1-BC05-13CD1CD62339}"/>
          </ac:spMkLst>
        </pc:spChg>
        <pc:spChg chg="del">
          <ac:chgData name="Oscar Eriksson" userId="S::oscer102@student.liu.se::c72761ba-7e88-4280-80f0-c749996e02bd" providerId="AD" clId="Web-{5B6FC737-B716-576B-F858-FC539602B6CA}" dt="2024-05-22T07:03:43.854" v="340"/>
          <ac:spMkLst>
            <pc:docMk/>
            <pc:sldMk cId="1393991618" sldId="266"/>
            <ac:spMk id="7" creationId="{498CAB4E-036A-CB1F-EAF9-5D94AA7BC62E}"/>
          </ac:spMkLst>
        </pc:spChg>
        <pc:spChg chg="del">
          <ac:chgData name="Oscar Eriksson" userId="S::oscer102@student.liu.se::c72761ba-7e88-4280-80f0-c749996e02bd" providerId="AD" clId="Web-{5B6FC737-B716-576B-F858-FC539602B6CA}" dt="2024-05-22T07:03:43.948" v="342"/>
          <ac:spMkLst>
            <pc:docMk/>
            <pc:sldMk cId="1393991618" sldId="266"/>
            <ac:spMk id="8" creationId="{3C7EB31A-49A0-CBE8-1E5E-8774218980DD}"/>
          </ac:spMkLst>
        </pc:spChg>
        <pc:spChg chg="add del mod">
          <ac:chgData name="Oscar Eriksson" userId="S::oscer102@student.liu.se::c72761ba-7e88-4280-80f0-c749996e02bd" providerId="AD" clId="Web-{5B6FC737-B716-576B-F858-FC539602B6CA}" dt="2024-05-22T07:03:48.291" v="345"/>
          <ac:spMkLst>
            <pc:docMk/>
            <pc:sldMk cId="1393991618" sldId="266"/>
            <ac:spMk id="9" creationId="{0DCF9AAB-5972-4DF5-A687-BE1144C367B1}"/>
          </ac:spMkLst>
        </pc:spChg>
        <pc:spChg chg="add del mod">
          <ac:chgData name="Oscar Eriksson" userId="S::oscer102@student.liu.se::c72761ba-7e88-4280-80f0-c749996e02bd" providerId="AD" clId="Web-{5B6FC737-B716-576B-F858-FC539602B6CA}" dt="2024-05-22T07:03:48.291" v="344"/>
          <ac:spMkLst>
            <pc:docMk/>
            <pc:sldMk cId="1393991618" sldId="266"/>
            <ac:spMk id="11" creationId="{CA3FFB2C-4CB0-DA8D-E8DE-A178857F2A6B}"/>
          </ac:spMkLst>
        </pc:spChg>
        <pc:spChg chg="del">
          <ac:chgData name="Oscar Eriksson" userId="S::oscer102@student.liu.se::c72761ba-7e88-4280-80f0-c749996e02bd" providerId="AD" clId="Web-{5B6FC737-B716-576B-F858-FC539602B6CA}" dt="2024-05-22T07:03:44.010" v="343"/>
          <ac:spMkLst>
            <pc:docMk/>
            <pc:sldMk cId="1393991618" sldId="266"/>
            <ac:spMk id="13" creationId="{540498D9-7200-7143-272B-603A04D84B04}"/>
          </ac:spMkLst>
        </pc:spChg>
        <pc:spChg chg="del">
          <ac:chgData name="Oscar Eriksson" userId="S::oscer102@student.liu.se::c72761ba-7e88-4280-80f0-c749996e02bd" providerId="AD" clId="Web-{5B6FC737-B716-576B-F858-FC539602B6CA}" dt="2024-05-22T07:03:43.948" v="341"/>
          <ac:spMkLst>
            <pc:docMk/>
            <pc:sldMk cId="1393991618" sldId="266"/>
            <ac:spMk id="15" creationId="{6B618E32-6F66-E6AA-F002-F703161BB720}"/>
          </ac:spMkLst>
        </pc:spChg>
      </pc:sldChg>
      <pc:sldChg chg="addSp delSp modSp add replId">
        <pc:chgData name="Oscar Eriksson" userId="S::oscer102@student.liu.se::c72761ba-7e88-4280-80f0-c749996e02bd" providerId="AD" clId="Web-{5B6FC737-B716-576B-F858-FC539602B6CA}" dt="2024-05-22T07:49:33.541" v="979" actId="20577"/>
        <pc:sldMkLst>
          <pc:docMk/>
          <pc:sldMk cId="1081270795" sldId="267"/>
        </pc:sldMkLst>
        <pc:spChg chg="del">
          <ac:chgData name="Oscar Eriksson" userId="S::oscer102@student.liu.se::c72761ba-7e88-4280-80f0-c749996e02bd" providerId="AD" clId="Web-{5B6FC737-B716-576B-F858-FC539602B6CA}" dt="2024-05-22T07:17:03.644" v="531"/>
          <ac:spMkLst>
            <pc:docMk/>
            <pc:sldMk cId="1081270795" sldId="267"/>
            <ac:spMk id="2" creationId="{732BD909-4589-4FDE-4C56-AE9D527B78E9}"/>
          </ac:spMkLst>
        </pc:spChg>
        <pc:spChg chg="del mod">
          <ac:chgData name="Oscar Eriksson" userId="S::oscer102@student.liu.se::c72761ba-7e88-4280-80f0-c749996e02bd" providerId="AD" clId="Web-{5B6FC737-B716-576B-F858-FC539602B6CA}" dt="2024-05-22T07:22:09.938" v="660"/>
          <ac:spMkLst>
            <pc:docMk/>
            <pc:sldMk cId="1081270795" sldId="267"/>
            <ac:spMk id="4" creationId="{1CACEC96-C198-0110-2535-003519E51EE4}"/>
          </ac:spMkLst>
        </pc:spChg>
        <pc:spChg chg="mod">
          <ac:chgData name="Oscar Eriksson" userId="S::oscer102@student.liu.se::c72761ba-7e88-4280-80f0-c749996e02bd" providerId="AD" clId="Web-{5B6FC737-B716-576B-F858-FC539602B6CA}" dt="2024-05-22T07:16:03.394" v="518" actId="20577"/>
          <ac:spMkLst>
            <pc:docMk/>
            <pc:sldMk cId="1081270795" sldId="267"/>
            <ac:spMk id="5" creationId="{5CD0BC98-7BC2-8EB5-7B62-2B105C79B1BC}"/>
          </ac:spMkLst>
        </pc:spChg>
        <pc:spChg chg="del mod">
          <ac:chgData name="Oscar Eriksson" userId="S::oscer102@student.liu.se::c72761ba-7e88-4280-80f0-c749996e02bd" providerId="AD" clId="Web-{5B6FC737-B716-576B-F858-FC539602B6CA}" dt="2024-05-22T07:16:21.285" v="523"/>
          <ac:spMkLst>
            <pc:docMk/>
            <pc:sldMk cId="1081270795" sldId="267"/>
            <ac:spMk id="6" creationId="{7F39DFB4-3332-D8F4-ADAF-453163225224}"/>
          </ac:spMkLst>
        </pc:spChg>
        <pc:spChg chg="del">
          <ac:chgData name="Oscar Eriksson" userId="S::oscer102@student.liu.se::c72761ba-7e88-4280-80f0-c749996e02bd" providerId="AD" clId="Web-{5B6FC737-B716-576B-F858-FC539602B6CA}" dt="2024-05-22T07:17:03.644" v="532"/>
          <ac:spMkLst>
            <pc:docMk/>
            <pc:sldMk cId="1081270795" sldId="267"/>
            <ac:spMk id="7" creationId="{498CAB4E-036A-CB1F-EAF9-5D94AA7BC62E}"/>
          </ac:spMkLst>
        </pc:spChg>
        <pc:spChg chg="del">
          <ac:chgData name="Oscar Eriksson" userId="S::oscer102@student.liu.se::c72761ba-7e88-4280-80f0-c749996e02bd" providerId="AD" clId="Web-{5B6FC737-B716-576B-F858-FC539602B6CA}" dt="2024-05-22T07:17:03.644" v="533"/>
          <ac:spMkLst>
            <pc:docMk/>
            <pc:sldMk cId="1081270795" sldId="267"/>
            <ac:spMk id="8" creationId="{3C7EB31A-49A0-CBE8-1E5E-8774218980DD}"/>
          </ac:spMkLst>
        </pc:spChg>
        <pc:spChg chg="add del mod">
          <ac:chgData name="Oscar Eriksson" userId="S::oscer102@student.liu.se::c72761ba-7e88-4280-80f0-c749996e02bd" providerId="AD" clId="Web-{5B6FC737-B716-576B-F858-FC539602B6CA}" dt="2024-05-22T07:16:38.191" v="526"/>
          <ac:spMkLst>
            <pc:docMk/>
            <pc:sldMk cId="1081270795" sldId="267"/>
            <ac:spMk id="10" creationId="{D3EC1FDD-914A-19F6-119B-47847927F21D}"/>
          </ac:spMkLst>
        </pc:spChg>
        <pc:spChg chg="add del mod">
          <ac:chgData name="Oscar Eriksson" userId="S::oscer102@student.liu.se::c72761ba-7e88-4280-80f0-c749996e02bd" providerId="AD" clId="Web-{5B6FC737-B716-576B-F858-FC539602B6CA}" dt="2024-05-22T07:16:43.331" v="527"/>
          <ac:spMkLst>
            <pc:docMk/>
            <pc:sldMk cId="1081270795" sldId="267"/>
            <ac:spMk id="12" creationId="{DABB9EE9-C716-2A63-17E0-29E4636AF63B}"/>
          </ac:spMkLst>
        </pc:spChg>
        <pc:spChg chg="del">
          <ac:chgData name="Oscar Eriksson" userId="S::oscer102@student.liu.se::c72761ba-7e88-4280-80f0-c749996e02bd" providerId="AD" clId="Web-{5B6FC737-B716-576B-F858-FC539602B6CA}" dt="2024-05-22T07:16:35.753" v="525"/>
          <ac:spMkLst>
            <pc:docMk/>
            <pc:sldMk cId="1081270795" sldId="267"/>
            <ac:spMk id="13" creationId="{540498D9-7200-7143-272B-603A04D84B04}"/>
          </ac:spMkLst>
        </pc:spChg>
        <pc:spChg chg="del">
          <ac:chgData name="Oscar Eriksson" userId="S::oscer102@student.liu.se::c72761ba-7e88-4280-80f0-c749996e02bd" providerId="AD" clId="Web-{5B6FC737-B716-576B-F858-FC539602B6CA}" dt="2024-05-22T07:16:24.613" v="524"/>
          <ac:spMkLst>
            <pc:docMk/>
            <pc:sldMk cId="1081270795" sldId="267"/>
            <ac:spMk id="15" creationId="{6B618E32-6F66-E6AA-F002-F703161BB720}"/>
          </ac:spMkLst>
        </pc:spChg>
        <pc:spChg chg="add mod">
          <ac:chgData name="Oscar Eriksson" userId="S::oscer102@student.liu.se::c72761ba-7e88-4280-80f0-c749996e02bd" providerId="AD" clId="Web-{5B6FC737-B716-576B-F858-FC539602B6CA}" dt="2024-05-22T07:23:17.406" v="716" actId="20577"/>
          <ac:spMkLst>
            <pc:docMk/>
            <pc:sldMk cId="1081270795" sldId="267"/>
            <ac:spMk id="18" creationId="{181F3473-6B91-2656-E719-02F3864DED42}"/>
          </ac:spMkLst>
        </pc:spChg>
        <pc:spChg chg="add mod">
          <ac:chgData name="Oscar Eriksson" userId="S::oscer102@student.liu.se::c72761ba-7e88-4280-80f0-c749996e02bd" providerId="AD" clId="Web-{5B6FC737-B716-576B-F858-FC539602B6CA}" dt="2024-05-22T07:23:34.593" v="729" actId="1076"/>
          <ac:spMkLst>
            <pc:docMk/>
            <pc:sldMk cId="1081270795" sldId="267"/>
            <ac:spMk id="19" creationId="{D94064A7-7FEC-CCD6-3C39-3F29CBB0C502}"/>
          </ac:spMkLst>
        </pc:spChg>
        <pc:spChg chg="add del mod">
          <ac:chgData name="Oscar Eriksson" userId="S::oscer102@student.liu.se::c72761ba-7e88-4280-80f0-c749996e02bd" providerId="AD" clId="Web-{5B6FC737-B716-576B-F858-FC539602B6CA}" dt="2024-05-22T07:25:26.311" v="781"/>
          <ac:spMkLst>
            <pc:docMk/>
            <pc:sldMk cId="1081270795" sldId="267"/>
            <ac:spMk id="20" creationId="{55B75B69-4A6D-ADDF-6E31-4AAB42F46D44}"/>
          </ac:spMkLst>
        </pc:spChg>
        <pc:spChg chg="add mod">
          <ac:chgData name="Oscar Eriksson" userId="S::oscer102@student.liu.se::c72761ba-7e88-4280-80f0-c749996e02bd" providerId="AD" clId="Web-{5B6FC737-B716-576B-F858-FC539602B6CA}" dt="2024-05-22T07:49:33.541" v="979" actId="20577"/>
          <ac:spMkLst>
            <pc:docMk/>
            <pc:sldMk cId="1081270795" sldId="267"/>
            <ac:spMk id="22" creationId="{09BB3B71-1775-EFB5-51B0-A73F47C18C72}"/>
          </ac:spMkLst>
        </pc:spChg>
        <pc:graphicFrameChg chg="add del mod modGraphic">
          <ac:chgData name="Oscar Eriksson" userId="S::oscer102@student.liu.se::c72761ba-7e88-4280-80f0-c749996e02bd" providerId="AD" clId="Web-{5B6FC737-B716-576B-F858-FC539602B6CA}" dt="2024-05-22T07:21:29.438" v="654"/>
          <ac:graphicFrameMkLst>
            <pc:docMk/>
            <pc:sldMk cId="1081270795" sldId="267"/>
            <ac:graphicFrameMk id="14" creationId="{0B65787E-E459-2242-1102-1C0EAE78051D}"/>
          </ac:graphicFrameMkLst>
        </pc:graphicFrameChg>
        <pc:graphicFrameChg chg="add del mod modGraphic">
          <ac:chgData name="Oscar Eriksson" userId="S::oscer102@student.liu.se::c72761ba-7e88-4280-80f0-c749996e02bd" providerId="AD" clId="Web-{5B6FC737-B716-576B-F858-FC539602B6CA}" dt="2024-05-22T07:22:09.938" v="659"/>
          <ac:graphicFrameMkLst>
            <pc:docMk/>
            <pc:sldMk cId="1081270795" sldId="267"/>
            <ac:graphicFrameMk id="16" creationId="{A206230F-5998-3238-8E40-F86F4A279993}"/>
          </ac:graphicFrameMkLst>
        </pc:graphicFrameChg>
        <pc:graphicFrameChg chg="add mod modGraphic">
          <ac:chgData name="Oscar Eriksson" userId="S::oscer102@student.liu.se::c72761ba-7e88-4280-80f0-c749996e02bd" providerId="AD" clId="Web-{5B6FC737-B716-576B-F858-FC539602B6CA}" dt="2024-05-22T07:24:41.764" v="775"/>
          <ac:graphicFrameMkLst>
            <pc:docMk/>
            <pc:sldMk cId="1081270795" sldId="267"/>
            <ac:graphicFrameMk id="17" creationId="{4777E0C0-74E4-D6BB-AEFC-D0D8BF064A7D}"/>
          </ac:graphicFrameMkLst>
        </pc:graphicFrameChg>
        <pc:picChg chg="del mod">
          <ac:chgData name="Oscar Eriksson" userId="S::oscer102@student.liu.se::c72761ba-7e88-4280-80f0-c749996e02bd" providerId="AD" clId="Web-{5B6FC737-B716-576B-F858-FC539602B6CA}" dt="2024-05-22T07:38:21.562" v="928"/>
          <ac:picMkLst>
            <pc:docMk/>
            <pc:sldMk cId="1081270795" sldId="267"/>
            <ac:picMk id="3" creationId="{F7035F88-C794-788D-0A36-07D2342DAC84}"/>
          </ac:picMkLst>
        </pc:picChg>
        <pc:picChg chg="add mod">
          <ac:chgData name="Oscar Eriksson" userId="S::oscer102@student.liu.se::c72761ba-7e88-4280-80f0-c749996e02bd" providerId="AD" clId="Web-{5B6FC737-B716-576B-F858-FC539602B6CA}" dt="2024-05-22T07:39:04.968" v="935" actId="14100"/>
          <ac:picMkLst>
            <pc:docMk/>
            <pc:sldMk cId="1081270795" sldId="267"/>
            <ac:picMk id="23" creationId="{18BC93DE-8ADE-EC69-8B32-9886CFE03379}"/>
          </ac:picMkLst>
        </pc:picChg>
        <pc:picChg chg="add mod">
          <ac:chgData name="Oscar Eriksson" userId="S::oscer102@student.liu.se::c72761ba-7e88-4280-80f0-c749996e02bd" providerId="AD" clId="Web-{5B6FC737-B716-576B-F858-FC539602B6CA}" dt="2024-05-22T07:38:57.906" v="934" actId="1076"/>
          <ac:picMkLst>
            <pc:docMk/>
            <pc:sldMk cId="1081270795" sldId="267"/>
            <ac:picMk id="24" creationId="{9672A5E9-8ED5-4C06-B135-BD99D4C7968C}"/>
          </ac:picMkLst>
        </pc:picChg>
      </pc:sldChg>
      <pc:sldChg chg="modSp">
        <pc:chgData name="Oscar Eriksson" userId="S::oscer102@student.liu.se::c72761ba-7e88-4280-80f0-c749996e02bd" providerId="AD" clId="Web-{5B6FC737-B716-576B-F858-FC539602B6CA}" dt="2024-05-22T07:43:52.638" v="954" actId="20577"/>
        <pc:sldMkLst>
          <pc:docMk/>
          <pc:sldMk cId="1841564287" sldId="269"/>
        </pc:sldMkLst>
        <pc:spChg chg="mod">
          <ac:chgData name="Oscar Eriksson" userId="S::oscer102@student.liu.se::c72761ba-7e88-4280-80f0-c749996e02bd" providerId="AD" clId="Web-{5B6FC737-B716-576B-F858-FC539602B6CA}" dt="2024-05-22T07:43:52.638" v="954" actId="20577"/>
          <ac:spMkLst>
            <pc:docMk/>
            <pc:sldMk cId="1841564287" sldId="269"/>
            <ac:spMk id="4" creationId="{BDA24DF2-40D7-0CAF-0323-7E3046D510C6}"/>
          </ac:spMkLst>
        </pc:spChg>
      </pc:sldChg>
    </pc:docChg>
  </pc:docChgLst>
  <pc:docChgLst>
    <pc:chgData name="Alexander Nilsson" userId="S::aleni212@student.liu.se::116806f9-2e69-4feb-accb-1f70a2f2365a" providerId="AD" clId="Web-{F0A3C4A6-A5F3-75DA-09AA-941AF07B03A9}"/>
    <pc:docChg chg="modSld">
      <pc:chgData name="Alexander Nilsson" userId="S::aleni212@student.liu.se::116806f9-2e69-4feb-accb-1f70a2f2365a" providerId="AD" clId="Web-{F0A3C4A6-A5F3-75DA-09AA-941AF07B03A9}" dt="2024-05-23T13:19:52.135" v="5" actId="20577"/>
      <pc:docMkLst>
        <pc:docMk/>
      </pc:docMkLst>
      <pc:sldChg chg="modSp">
        <pc:chgData name="Alexander Nilsson" userId="S::aleni212@student.liu.se::116806f9-2e69-4feb-accb-1f70a2f2365a" providerId="AD" clId="Web-{F0A3C4A6-A5F3-75DA-09AA-941AF07B03A9}" dt="2024-05-23T13:19:52.135" v="5" actId="20577"/>
        <pc:sldMkLst>
          <pc:docMk/>
          <pc:sldMk cId="1433083679" sldId="263"/>
        </pc:sldMkLst>
        <pc:spChg chg="mod">
          <ac:chgData name="Alexander Nilsson" userId="S::aleni212@student.liu.se::116806f9-2e69-4feb-accb-1f70a2f2365a" providerId="AD" clId="Web-{F0A3C4A6-A5F3-75DA-09AA-941AF07B03A9}" dt="2024-05-23T13:19:52.135" v="5" actId="20577"/>
          <ac:spMkLst>
            <pc:docMk/>
            <pc:sldMk cId="1433083679" sldId="263"/>
            <ac:spMk id="6" creationId="{54029166-02D1-50F1-BC05-13CD1CD62339}"/>
          </ac:spMkLst>
        </pc:spChg>
      </pc:sldChg>
    </pc:docChg>
  </pc:docChgLst>
  <pc:docChgLst>
    <pc:chgData name="Johan Nelson" userId="d9aad977-440c-4793-8c6a-e79230906fc2" providerId="ADAL" clId="{3EB2B513-589A-AA41-89AF-0BFB1F930412}"/>
    <pc:docChg chg="custSel addSld delSld modSld sldOrd">
      <pc:chgData name="Johan Nelson" userId="d9aad977-440c-4793-8c6a-e79230906fc2" providerId="ADAL" clId="{3EB2B513-589A-AA41-89AF-0BFB1F930412}" dt="2024-05-22T07:44:20.779" v="643" actId="20577"/>
      <pc:docMkLst>
        <pc:docMk/>
      </pc:docMkLst>
      <pc:sldChg chg="addSp delSp modSp">
        <pc:chgData name="Johan Nelson" userId="d9aad977-440c-4793-8c6a-e79230906fc2" providerId="ADAL" clId="{3EB2B513-589A-AA41-89AF-0BFB1F930412}" dt="2024-05-22T06:34:49.711" v="31" actId="478"/>
        <pc:sldMkLst>
          <pc:docMk/>
          <pc:sldMk cId="497607547" sldId="258"/>
        </pc:sldMkLst>
        <pc:spChg chg="del mod">
          <ac:chgData name="Johan Nelson" userId="d9aad977-440c-4793-8c6a-e79230906fc2" providerId="ADAL" clId="{3EB2B513-589A-AA41-89AF-0BFB1F930412}" dt="2024-05-22T06:34:49.711" v="31" actId="478"/>
          <ac:spMkLst>
            <pc:docMk/>
            <pc:sldMk cId="497607547" sldId="258"/>
            <ac:spMk id="2" creationId="{921633EB-7DCB-4DDC-80AF-C885A3EE1245}"/>
          </ac:spMkLst>
        </pc:spChg>
        <pc:spChg chg="add mod">
          <ac:chgData name="Johan Nelson" userId="d9aad977-440c-4793-8c6a-e79230906fc2" providerId="ADAL" clId="{3EB2B513-589A-AA41-89AF-0BFB1F930412}" dt="2024-05-22T06:34:49.711" v="31" actId="478"/>
          <ac:spMkLst>
            <pc:docMk/>
            <pc:sldMk cId="497607547" sldId="258"/>
            <ac:spMk id="5" creationId="{5CD0BC98-7BC2-8EB5-7B62-2B105C79B1BC}"/>
          </ac:spMkLst>
        </pc:spChg>
      </pc:sldChg>
      <pc:sldChg chg="del">
        <pc:chgData name="Johan Nelson" userId="d9aad977-440c-4793-8c6a-e79230906fc2" providerId="ADAL" clId="{3EB2B513-589A-AA41-89AF-0BFB1F930412}" dt="2024-05-22T07:42:34.388" v="606" actId="2696"/>
        <pc:sldMkLst>
          <pc:docMk/>
          <pc:sldMk cId="4209322005" sldId="259"/>
        </pc:sldMkLst>
      </pc:sldChg>
      <pc:sldChg chg="addSp modSp add ord">
        <pc:chgData name="Johan Nelson" userId="d9aad977-440c-4793-8c6a-e79230906fc2" providerId="ADAL" clId="{3EB2B513-589A-AA41-89AF-0BFB1F930412}" dt="2024-05-22T06:53:21.885" v="457" actId="20577"/>
        <pc:sldMkLst>
          <pc:docMk/>
          <pc:sldMk cId="1433083679" sldId="263"/>
        </pc:sldMkLst>
        <pc:spChg chg="mod">
          <ac:chgData name="Johan Nelson" userId="d9aad977-440c-4793-8c6a-e79230906fc2" providerId="ADAL" clId="{3EB2B513-589A-AA41-89AF-0BFB1F930412}" dt="2024-05-22T06:49:56.607" v="183" actId="20577"/>
          <ac:spMkLst>
            <pc:docMk/>
            <pc:sldMk cId="1433083679" sldId="263"/>
            <ac:spMk id="4" creationId="{1CACEC96-C198-0110-2535-003519E51EE4}"/>
          </ac:spMkLst>
        </pc:spChg>
        <pc:spChg chg="mod">
          <ac:chgData name="Johan Nelson" userId="d9aad977-440c-4793-8c6a-e79230906fc2" providerId="ADAL" clId="{3EB2B513-589A-AA41-89AF-0BFB1F930412}" dt="2024-05-22T06:49:15.766" v="64" actId="20577"/>
          <ac:spMkLst>
            <pc:docMk/>
            <pc:sldMk cId="1433083679" sldId="263"/>
            <ac:spMk id="5" creationId="{5CD0BC98-7BC2-8EB5-7B62-2B105C79B1BC}"/>
          </ac:spMkLst>
        </pc:spChg>
        <pc:spChg chg="add mod">
          <ac:chgData name="Johan Nelson" userId="d9aad977-440c-4793-8c6a-e79230906fc2" providerId="ADAL" clId="{3EB2B513-589A-AA41-89AF-0BFB1F930412}" dt="2024-05-22T06:53:21.885" v="457" actId="20577"/>
          <ac:spMkLst>
            <pc:docMk/>
            <pc:sldMk cId="1433083679" sldId="263"/>
            <ac:spMk id="6" creationId="{54029166-02D1-50F1-BC05-13CD1CD62339}"/>
          </ac:spMkLst>
        </pc:spChg>
      </pc:sldChg>
      <pc:sldChg chg="modSp ord">
        <pc:chgData name="Johan Nelson" userId="d9aad977-440c-4793-8c6a-e79230906fc2" providerId="ADAL" clId="{3EB2B513-589A-AA41-89AF-0BFB1F930412}" dt="2024-05-22T07:43:03.357" v="607" actId="1076"/>
        <pc:sldMkLst>
          <pc:docMk/>
          <pc:sldMk cId="4096467198" sldId="265"/>
        </pc:sldMkLst>
        <pc:spChg chg="mod">
          <ac:chgData name="Johan Nelson" userId="d9aad977-440c-4793-8c6a-e79230906fc2" providerId="ADAL" clId="{3EB2B513-589A-AA41-89AF-0BFB1F930412}" dt="2024-05-22T07:18:24.338" v="605" actId="20577"/>
          <ac:spMkLst>
            <pc:docMk/>
            <pc:sldMk cId="4096467198" sldId="265"/>
            <ac:spMk id="6" creationId="{54029166-02D1-50F1-BC05-13CD1CD62339}"/>
          </ac:spMkLst>
        </pc:spChg>
      </pc:sldChg>
      <pc:sldChg chg="modSp">
        <pc:chgData name="Johan Nelson" userId="d9aad977-440c-4793-8c6a-e79230906fc2" providerId="ADAL" clId="{3EB2B513-589A-AA41-89AF-0BFB1F930412}" dt="2024-05-22T07:44:20.779" v="643" actId="20577"/>
        <pc:sldMkLst>
          <pc:docMk/>
          <pc:sldMk cId="1841564287" sldId="269"/>
        </pc:sldMkLst>
        <pc:spChg chg="mod">
          <ac:chgData name="Johan Nelson" userId="d9aad977-440c-4793-8c6a-e79230906fc2" providerId="ADAL" clId="{3EB2B513-589A-AA41-89AF-0BFB1F930412}" dt="2024-05-22T07:44:20.779" v="643" actId="20577"/>
          <ac:spMkLst>
            <pc:docMk/>
            <pc:sldMk cId="1841564287" sldId="269"/>
            <ac:spMk id="4" creationId="{BDA24DF2-40D7-0CAF-0323-7E3046D510C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928EA0-5B1C-4305-BC26-D8F73869A93E}" type="doc">
      <dgm:prSet loTypeId="urn:microsoft.com/office/officeart/2005/8/layout/hierarchy1" loCatId="hierarchy" qsTypeId="urn:microsoft.com/office/officeart/2005/8/quickstyle/simple2" qsCatId="simple" csTypeId="urn:microsoft.com/office/officeart/2005/8/colors/accent1_2" csCatId="accent1" phldr="1"/>
      <dgm:spPr/>
      <dgm:t>
        <a:bodyPr/>
        <a:lstStyle/>
        <a:p>
          <a:endParaRPr lang="en-US"/>
        </a:p>
      </dgm:t>
    </dgm:pt>
    <dgm:pt modelId="{E7C3AB9D-B793-4E20-8932-DFEF66126123}">
      <dgm:prSet custT="1"/>
      <dgm:spPr/>
      <dgm:t>
        <a:bodyPr/>
        <a:lstStyle/>
        <a:p>
          <a:r>
            <a:rPr lang="en-US" sz="3000"/>
            <a:t>Face detection</a:t>
          </a:r>
        </a:p>
        <a:p>
          <a:r>
            <a:rPr lang="en-US" sz="3000"/>
            <a:t>Emotional Classification</a:t>
          </a:r>
        </a:p>
      </dgm:t>
    </dgm:pt>
    <dgm:pt modelId="{0BB1B78F-907C-4A1C-9708-AEAF83AA3C9A}" type="parTrans" cxnId="{FAA47142-2512-49A1-939A-83038AEB26D7}">
      <dgm:prSet/>
      <dgm:spPr/>
      <dgm:t>
        <a:bodyPr/>
        <a:lstStyle/>
        <a:p>
          <a:endParaRPr lang="en-US"/>
        </a:p>
      </dgm:t>
    </dgm:pt>
    <dgm:pt modelId="{8D200316-B692-4028-B190-1BAD8661A976}" type="sibTrans" cxnId="{FAA47142-2512-49A1-939A-83038AEB26D7}">
      <dgm:prSet/>
      <dgm:spPr/>
      <dgm:t>
        <a:bodyPr/>
        <a:lstStyle/>
        <a:p>
          <a:endParaRPr lang="en-US"/>
        </a:p>
      </dgm:t>
    </dgm:pt>
    <dgm:pt modelId="{236B9CE0-0FA8-42D3-94B7-E99BB7BFB471}" type="pres">
      <dgm:prSet presAssocID="{3D928EA0-5B1C-4305-BC26-D8F73869A93E}" presName="hierChild1" presStyleCnt="0">
        <dgm:presLayoutVars>
          <dgm:chPref val="1"/>
          <dgm:dir/>
          <dgm:animOne val="branch"/>
          <dgm:animLvl val="lvl"/>
          <dgm:resizeHandles/>
        </dgm:presLayoutVars>
      </dgm:prSet>
      <dgm:spPr/>
    </dgm:pt>
    <dgm:pt modelId="{C1AA5C4F-C008-4AD1-8859-8424C8BDA614}" type="pres">
      <dgm:prSet presAssocID="{E7C3AB9D-B793-4E20-8932-DFEF66126123}" presName="hierRoot1" presStyleCnt="0"/>
      <dgm:spPr/>
    </dgm:pt>
    <dgm:pt modelId="{E72290EB-1F5E-40D3-B9A0-DC220AF1C53D}" type="pres">
      <dgm:prSet presAssocID="{E7C3AB9D-B793-4E20-8932-DFEF66126123}" presName="composite" presStyleCnt="0"/>
      <dgm:spPr/>
    </dgm:pt>
    <dgm:pt modelId="{D6C4DB2C-D930-46D4-96F3-D476DD7F0226}" type="pres">
      <dgm:prSet presAssocID="{E7C3AB9D-B793-4E20-8932-DFEF66126123}" presName="background" presStyleLbl="node0" presStyleIdx="0" presStyleCnt="1"/>
      <dgm:spPr/>
    </dgm:pt>
    <dgm:pt modelId="{4421C6D4-DB88-471B-8E8E-A09C6886C71A}" type="pres">
      <dgm:prSet presAssocID="{E7C3AB9D-B793-4E20-8932-DFEF66126123}" presName="text" presStyleLbl="fgAcc0" presStyleIdx="0" presStyleCnt="1" custScaleX="144812">
        <dgm:presLayoutVars>
          <dgm:chPref val="3"/>
        </dgm:presLayoutVars>
      </dgm:prSet>
      <dgm:spPr/>
    </dgm:pt>
    <dgm:pt modelId="{86F4C24B-60BC-40DE-B1F8-64732AF63ED0}" type="pres">
      <dgm:prSet presAssocID="{E7C3AB9D-B793-4E20-8932-DFEF66126123}" presName="hierChild2" presStyleCnt="0"/>
      <dgm:spPr/>
    </dgm:pt>
  </dgm:ptLst>
  <dgm:cxnLst>
    <dgm:cxn modelId="{FAA47142-2512-49A1-939A-83038AEB26D7}" srcId="{3D928EA0-5B1C-4305-BC26-D8F73869A93E}" destId="{E7C3AB9D-B793-4E20-8932-DFEF66126123}" srcOrd="0" destOrd="0" parTransId="{0BB1B78F-907C-4A1C-9708-AEAF83AA3C9A}" sibTransId="{8D200316-B692-4028-B190-1BAD8661A976}"/>
    <dgm:cxn modelId="{FDD83A7F-29D5-4ABB-9A3D-1003DF2EE635}" type="presOf" srcId="{E7C3AB9D-B793-4E20-8932-DFEF66126123}" destId="{4421C6D4-DB88-471B-8E8E-A09C6886C71A}" srcOrd="0" destOrd="0" presId="urn:microsoft.com/office/officeart/2005/8/layout/hierarchy1"/>
    <dgm:cxn modelId="{CD689FA9-1A1C-4CFF-BD85-305580A3B1ED}" type="presOf" srcId="{3D928EA0-5B1C-4305-BC26-D8F73869A93E}" destId="{236B9CE0-0FA8-42D3-94B7-E99BB7BFB471}" srcOrd="0" destOrd="0" presId="urn:microsoft.com/office/officeart/2005/8/layout/hierarchy1"/>
    <dgm:cxn modelId="{DDB5183D-AAE3-43B7-BE1C-2D243A5EFED8}" type="presParOf" srcId="{236B9CE0-0FA8-42D3-94B7-E99BB7BFB471}" destId="{C1AA5C4F-C008-4AD1-8859-8424C8BDA614}" srcOrd="0" destOrd="0" presId="urn:microsoft.com/office/officeart/2005/8/layout/hierarchy1"/>
    <dgm:cxn modelId="{6A20D107-85DB-4F34-B0F1-AA43E40BC0D0}" type="presParOf" srcId="{C1AA5C4F-C008-4AD1-8859-8424C8BDA614}" destId="{E72290EB-1F5E-40D3-B9A0-DC220AF1C53D}" srcOrd="0" destOrd="0" presId="urn:microsoft.com/office/officeart/2005/8/layout/hierarchy1"/>
    <dgm:cxn modelId="{F4C4AD7B-5438-4ED3-977A-840C48897128}" type="presParOf" srcId="{E72290EB-1F5E-40D3-B9A0-DC220AF1C53D}" destId="{D6C4DB2C-D930-46D4-96F3-D476DD7F0226}" srcOrd="0" destOrd="0" presId="urn:microsoft.com/office/officeart/2005/8/layout/hierarchy1"/>
    <dgm:cxn modelId="{B9913730-DACD-4A33-97DC-4B1EAA759A9B}" type="presParOf" srcId="{E72290EB-1F5E-40D3-B9A0-DC220AF1C53D}" destId="{4421C6D4-DB88-471B-8E8E-A09C6886C71A}" srcOrd="1" destOrd="0" presId="urn:microsoft.com/office/officeart/2005/8/layout/hierarchy1"/>
    <dgm:cxn modelId="{666FCA4E-6306-416D-9F10-7502003B4885}" type="presParOf" srcId="{C1AA5C4F-C008-4AD1-8859-8424C8BDA614}" destId="{86F4C24B-60BC-40DE-B1F8-64732AF63ED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928EA0-5B1C-4305-BC26-D8F73869A93E}" type="doc">
      <dgm:prSet loTypeId="urn:microsoft.com/office/officeart/2005/8/layout/hierarchy1" loCatId="hierarchy" qsTypeId="urn:microsoft.com/office/officeart/2005/8/quickstyle/simple2" qsCatId="simple" csTypeId="urn:microsoft.com/office/officeart/2005/8/colors/accent1_2" csCatId="accent1" phldr="1"/>
      <dgm:spPr/>
      <dgm:t>
        <a:bodyPr/>
        <a:lstStyle/>
        <a:p>
          <a:endParaRPr lang="en-US"/>
        </a:p>
      </dgm:t>
    </dgm:pt>
    <dgm:pt modelId="{E7C3AB9D-B793-4E20-8932-DFEF66126123}">
      <dgm:prSet/>
      <dgm:spPr/>
      <dgm:t>
        <a:bodyPr/>
        <a:lstStyle/>
        <a:p>
          <a:r>
            <a:rPr lang="en-US"/>
            <a:t>The objective of this study is to explore the challenges associated with constructing deep neural networks capable of detecting human faces in images containing none, one or several human faces and classifying their emotional state.</a:t>
          </a:r>
        </a:p>
      </dgm:t>
    </dgm:pt>
    <dgm:pt modelId="{0BB1B78F-907C-4A1C-9708-AEAF83AA3C9A}" type="parTrans" cxnId="{FAA47142-2512-49A1-939A-83038AEB26D7}">
      <dgm:prSet/>
      <dgm:spPr/>
      <dgm:t>
        <a:bodyPr/>
        <a:lstStyle/>
        <a:p>
          <a:endParaRPr lang="en-US"/>
        </a:p>
      </dgm:t>
    </dgm:pt>
    <dgm:pt modelId="{8D200316-B692-4028-B190-1BAD8661A976}" type="sibTrans" cxnId="{FAA47142-2512-49A1-939A-83038AEB26D7}">
      <dgm:prSet/>
      <dgm:spPr/>
      <dgm:t>
        <a:bodyPr/>
        <a:lstStyle/>
        <a:p>
          <a:endParaRPr lang="en-US"/>
        </a:p>
      </dgm:t>
    </dgm:pt>
    <dgm:pt modelId="{236B9CE0-0FA8-42D3-94B7-E99BB7BFB471}" type="pres">
      <dgm:prSet presAssocID="{3D928EA0-5B1C-4305-BC26-D8F73869A93E}" presName="hierChild1" presStyleCnt="0">
        <dgm:presLayoutVars>
          <dgm:chPref val="1"/>
          <dgm:dir/>
          <dgm:animOne val="branch"/>
          <dgm:animLvl val="lvl"/>
          <dgm:resizeHandles/>
        </dgm:presLayoutVars>
      </dgm:prSet>
      <dgm:spPr/>
    </dgm:pt>
    <dgm:pt modelId="{C1AA5C4F-C008-4AD1-8859-8424C8BDA614}" type="pres">
      <dgm:prSet presAssocID="{E7C3AB9D-B793-4E20-8932-DFEF66126123}" presName="hierRoot1" presStyleCnt="0"/>
      <dgm:spPr/>
    </dgm:pt>
    <dgm:pt modelId="{E72290EB-1F5E-40D3-B9A0-DC220AF1C53D}" type="pres">
      <dgm:prSet presAssocID="{E7C3AB9D-B793-4E20-8932-DFEF66126123}" presName="composite" presStyleCnt="0"/>
      <dgm:spPr/>
    </dgm:pt>
    <dgm:pt modelId="{D6C4DB2C-D930-46D4-96F3-D476DD7F0226}" type="pres">
      <dgm:prSet presAssocID="{E7C3AB9D-B793-4E20-8932-DFEF66126123}" presName="background" presStyleLbl="node0" presStyleIdx="0" presStyleCnt="1"/>
      <dgm:spPr/>
    </dgm:pt>
    <dgm:pt modelId="{4421C6D4-DB88-471B-8E8E-A09C6886C71A}" type="pres">
      <dgm:prSet presAssocID="{E7C3AB9D-B793-4E20-8932-DFEF66126123}" presName="text" presStyleLbl="fgAcc0" presStyleIdx="0" presStyleCnt="1" custScaleX="144812">
        <dgm:presLayoutVars>
          <dgm:chPref val="3"/>
        </dgm:presLayoutVars>
      </dgm:prSet>
      <dgm:spPr/>
    </dgm:pt>
    <dgm:pt modelId="{86F4C24B-60BC-40DE-B1F8-64732AF63ED0}" type="pres">
      <dgm:prSet presAssocID="{E7C3AB9D-B793-4E20-8932-DFEF66126123}" presName="hierChild2" presStyleCnt="0"/>
      <dgm:spPr/>
    </dgm:pt>
  </dgm:ptLst>
  <dgm:cxnLst>
    <dgm:cxn modelId="{FAA47142-2512-49A1-939A-83038AEB26D7}" srcId="{3D928EA0-5B1C-4305-BC26-D8F73869A93E}" destId="{E7C3AB9D-B793-4E20-8932-DFEF66126123}" srcOrd="0" destOrd="0" parTransId="{0BB1B78F-907C-4A1C-9708-AEAF83AA3C9A}" sibTransId="{8D200316-B692-4028-B190-1BAD8661A976}"/>
    <dgm:cxn modelId="{FDD83A7F-29D5-4ABB-9A3D-1003DF2EE635}" type="presOf" srcId="{E7C3AB9D-B793-4E20-8932-DFEF66126123}" destId="{4421C6D4-DB88-471B-8E8E-A09C6886C71A}" srcOrd="0" destOrd="0" presId="urn:microsoft.com/office/officeart/2005/8/layout/hierarchy1"/>
    <dgm:cxn modelId="{CD689FA9-1A1C-4CFF-BD85-305580A3B1ED}" type="presOf" srcId="{3D928EA0-5B1C-4305-BC26-D8F73869A93E}" destId="{236B9CE0-0FA8-42D3-94B7-E99BB7BFB471}" srcOrd="0" destOrd="0" presId="urn:microsoft.com/office/officeart/2005/8/layout/hierarchy1"/>
    <dgm:cxn modelId="{DDB5183D-AAE3-43B7-BE1C-2D243A5EFED8}" type="presParOf" srcId="{236B9CE0-0FA8-42D3-94B7-E99BB7BFB471}" destId="{C1AA5C4F-C008-4AD1-8859-8424C8BDA614}" srcOrd="0" destOrd="0" presId="urn:microsoft.com/office/officeart/2005/8/layout/hierarchy1"/>
    <dgm:cxn modelId="{6A20D107-85DB-4F34-B0F1-AA43E40BC0D0}" type="presParOf" srcId="{C1AA5C4F-C008-4AD1-8859-8424C8BDA614}" destId="{E72290EB-1F5E-40D3-B9A0-DC220AF1C53D}" srcOrd="0" destOrd="0" presId="urn:microsoft.com/office/officeart/2005/8/layout/hierarchy1"/>
    <dgm:cxn modelId="{F4C4AD7B-5438-4ED3-977A-840C48897128}" type="presParOf" srcId="{E72290EB-1F5E-40D3-B9A0-DC220AF1C53D}" destId="{D6C4DB2C-D930-46D4-96F3-D476DD7F0226}" srcOrd="0" destOrd="0" presId="urn:microsoft.com/office/officeart/2005/8/layout/hierarchy1"/>
    <dgm:cxn modelId="{B9913730-DACD-4A33-97DC-4B1EAA759A9B}" type="presParOf" srcId="{E72290EB-1F5E-40D3-B9A0-DC220AF1C53D}" destId="{4421C6D4-DB88-471B-8E8E-A09C6886C71A}" srcOrd="1" destOrd="0" presId="urn:microsoft.com/office/officeart/2005/8/layout/hierarchy1"/>
    <dgm:cxn modelId="{666FCA4E-6306-416D-9F10-7502003B4885}" type="presParOf" srcId="{C1AA5C4F-C008-4AD1-8859-8424C8BDA614}" destId="{86F4C24B-60BC-40DE-B1F8-64732AF63ED0}" srcOrd="1" destOrd="0" presId="urn:microsoft.com/office/officeart/2005/8/layout/hierarchy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C4DB2C-D930-46D4-96F3-D476DD7F0226}">
      <dsp:nvSpPr>
        <dsp:cNvPr id="0" name=""/>
        <dsp:cNvSpPr/>
      </dsp:nvSpPr>
      <dsp:spPr>
        <a:xfrm>
          <a:off x="2754" y="833018"/>
          <a:ext cx="5295795" cy="2322204"/>
        </a:xfrm>
        <a:prstGeom prst="roundRect">
          <a:avLst>
            <a:gd name="adj" fmla="val 10000"/>
          </a:avLst>
        </a:prstGeom>
        <a:solidFill>
          <a:schemeClr val="accent1">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4421C6D4-DB88-471B-8E8E-A09C6886C71A}">
      <dsp:nvSpPr>
        <dsp:cNvPr id="0" name=""/>
        <dsp:cNvSpPr/>
      </dsp:nvSpPr>
      <dsp:spPr>
        <a:xfrm>
          <a:off x="409089" y="1219036"/>
          <a:ext cx="5295795" cy="2322204"/>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Face detection</a:t>
          </a:r>
        </a:p>
        <a:p>
          <a:pPr marL="0" lvl="0" indent="0" algn="ctr" defTabSz="1333500">
            <a:lnSpc>
              <a:spcPct val="90000"/>
            </a:lnSpc>
            <a:spcBef>
              <a:spcPct val="0"/>
            </a:spcBef>
            <a:spcAft>
              <a:spcPct val="35000"/>
            </a:spcAft>
            <a:buNone/>
          </a:pPr>
          <a:r>
            <a:rPr lang="en-US" sz="3000" kern="1200"/>
            <a:t>Emotional Classification</a:t>
          </a:r>
        </a:p>
      </dsp:txBody>
      <dsp:txXfrm>
        <a:off x="477104" y="1287051"/>
        <a:ext cx="5159765" cy="21861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C4DB2C-D930-46D4-96F3-D476DD7F0226}">
      <dsp:nvSpPr>
        <dsp:cNvPr id="0" name=""/>
        <dsp:cNvSpPr/>
      </dsp:nvSpPr>
      <dsp:spPr>
        <a:xfrm>
          <a:off x="2754" y="833018"/>
          <a:ext cx="5295795" cy="2322204"/>
        </a:xfrm>
        <a:prstGeom prst="roundRect">
          <a:avLst>
            <a:gd name="adj" fmla="val 10000"/>
          </a:avLst>
        </a:prstGeom>
        <a:solidFill>
          <a:schemeClr val="accent1">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4421C6D4-DB88-471B-8E8E-A09C6886C71A}">
      <dsp:nvSpPr>
        <dsp:cNvPr id="0" name=""/>
        <dsp:cNvSpPr/>
      </dsp:nvSpPr>
      <dsp:spPr>
        <a:xfrm>
          <a:off x="409089" y="1219036"/>
          <a:ext cx="5295795" cy="2322204"/>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The objective of this study is to explore the challenges associated with constructing deep neural networks capable of detecting human faces in images containing none, one or several human faces and classifying their emotional state.</a:t>
          </a:r>
        </a:p>
      </dsp:txBody>
      <dsp:txXfrm>
        <a:off x="477104" y="1287051"/>
        <a:ext cx="5159765" cy="218617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sv-SE"/>
          </a:p>
        </p:txBody>
      </p:sp>
      <p:sp>
        <p:nvSpPr>
          <p:cNvPr id="3" name="Platshållare för datum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F0E8C04-2B3A-43E3-AA15-27B2295511E7}" type="datetime1">
              <a:rPr lang="sv-SE" smtClean="0"/>
              <a:t>2024-05-23</a:t>
            </a:fld>
            <a:endParaRPr lang="sv-SE"/>
          </a:p>
        </p:txBody>
      </p:sp>
      <p:sp>
        <p:nvSpPr>
          <p:cNvPr id="4" name="Platshållare för sidfot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sv-SE"/>
          </a:p>
        </p:txBody>
      </p:sp>
      <p:sp>
        <p:nvSpPr>
          <p:cNvPr id="5" name="Platshållare för bildnumm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sv-SE" smtClean="0"/>
              <a:t>‹#›</a:t>
            </a:fld>
            <a:endParaRPr lang="sv-SE"/>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sv-SE" noProof="0"/>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8B20316A-1642-487C-A38D-E918FFCD580A}" type="datetime1">
              <a:rPr lang="sv-SE" noProof="0" smtClean="0"/>
              <a:t>2024-05-23</a:t>
            </a:fld>
            <a:endParaRPr lang="sv-SE" noProof="0"/>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sv-SE" noProof="0"/>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sv-SE" noProof="0"/>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sv-SE" noProof="0" smtClean="0"/>
              <a:t>‹#›</a:t>
            </a:fld>
            <a:endParaRPr lang="sv-SE"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rtlCol="0"/>
          <a:lstStyle/>
          <a:p>
            <a:pPr rtl="0"/>
            <a:endParaRPr lang="sv-SE"/>
          </a:p>
        </p:txBody>
      </p:sp>
      <p:sp>
        <p:nvSpPr>
          <p:cNvPr id="4" name="Platshållare för bildnummer 3"/>
          <p:cNvSpPr>
            <a:spLocks noGrp="1"/>
          </p:cNvSpPr>
          <p:nvPr>
            <p:ph type="sldNum" sz="quarter" idx="5"/>
          </p:nvPr>
        </p:nvSpPr>
        <p:spPr/>
        <p:txBody>
          <a:bodyPr rtlCol="0"/>
          <a:lstStyle/>
          <a:p>
            <a:pPr rtl="0"/>
            <a:fld id="{C6B3AB32-59DF-41F1-9618-EDFBF5049629}" type="slidenum">
              <a:rPr lang="sv-SE" smtClean="0"/>
              <a:t>1</a:t>
            </a:fld>
            <a:endParaRPr lang="sv-SE"/>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rtlCol="0"/>
          <a:lstStyle/>
          <a:p>
            <a:pPr rtl="0"/>
            <a:endParaRPr lang="sv-SE"/>
          </a:p>
        </p:txBody>
      </p:sp>
      <p:sp>
        <p:nvSpPr>
          <p:cNvPr id="4" name="Platshållare för bildnummer 3"/>
          <p:cNvSpPr>
            <a:spLocks noGrp="1"/>
          </p:cNvSpPr>
          <p:nvPr>
            <p:ph type="sldNum" sz="quarter" idx="5"/>
          </p:nvPr>
        </p:nvSpPr>
        <p:spPr/>
        <p:txBody>
          <a:bodyPr rtlCol="0"/>
          <a:lstStyle/>
          <a:p>
            <a:pPr rtl="0"/>
            <a:fld id="{C6B3AB32-59DF-41F1-9618-EDFBF5049629}" type="slidenum">
              <a:rPr lang="sv-SE" smtClean="0"/>
              <a:t>2</a:t>
            </a:fld>
            <a:endParaRPr lang="sv-SE"/>
          </a:p>
        </p:txBody>
      </p:sp>
    </p:spTree>
    <p:extLst>
      <p:ext uri="{BB962C8B-B14F-4D97-AF65-F5344CB8AC3E}">
        <p14:creationId xmlns:p14="http://schemas.microsoft.com/office/powerpoint/2010/main" val="43192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rtl="0"/>
            <a:fld id="{C6B3AB32-59DF-41F1-9618-EDFBF5049629}" type="slidenum">
              <a:rPr lang="sv-SE" smtClean="0"/>
              <a:t>3</a:t>
            </a:fld>
            <a:endParaRPr lang="sv-SE"/>
          </a:p>
        </p:txBody>
      </p:sp>
    </p:spTree>
    <p:extLst>
      <p:ext uri="{BB962C8B-B14F-4D97-AF65-F5344CB8AC3E}">
        <p14:creationId xmlns:p14="http://schemas.microsoft.com/office/powerpoint/2010/main" val="3409072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rtl="0"/>
            <a:fld id="{C6B3AB32-59DF-41F1-9618-EDFBF5049629}" type="slidenum">
              <a:rPr lang="sv-SE" smtClean="0"/>
              <a:t>4</a:t>
            </a:fld>
            <a:endParaRPr lang="sv-SE"/>
          </a:p>
        </p:txBody>
      </p:sp>
    </p:spTree>
    <p:extLst>
      <p:ext uri="{BB962C8B-B14F-4D97-AF65-F5344CB8AC3E}">
        <p14:creationId xmlns:p14="http://schemas.microsoft.com/office/powerpoint/2010/main" val="3246821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rtl="0"/>
            <a:fld id="{C6B3AB32-59DF-41F1-9618-EDFBF5049629}" type="slidenum">
              <a:rPr lang="sv-SE" smtClean="0"/>
              <a:t>5</a:t>
            </a:fld>
            <a:endParaRPr lang="sv-SE"/>
          </a:p>
        </p:txBody>
      </p:sp>
    </p:spTree>
    <p:extLst>
      <p:ext uri="{BB962C8B-B14F-4D97-AF65-F5344CB8AC3E}">
        <p14:creationId xmlns:p14="http://schemas.microsoft.com/office/powerpoint/2010/main" val="1277332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rtl="0"/>
            <a:fld id="{C6B3AB32-59DF-41F1-9618-EDFBF5049629}" type="slidenum">
              <a:rPr lang="sv-SE" smtClean="0"/>
              <a:t>6</a:t>
            </a:fld>
            <a:endParaRPr lang="sv-SE"/>
          </a:p>
        </p:txBody>
      </p:sp>
    </p:spTree>
    <p:extLst>
      <p:ext uri="{BB962C8B-B14F-4D97-AF65-F5344CB8AC3E}">
        <p14:creationId xmlns:p14="http://schemas.microsoft.com/office/powerpoint/2010/main" val="4039983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rtl="0"/>
            <a:fld id="{C6B3AB32-59DF-41F1-9618-EDFBF5049629}" type="slidenum">
              <a:rPr lang="sv-SE" smtClean="0"/>
              <a:t>7</a:t>
            </a:fld>
            <a:endParaRPr lang="sv-SE"/>
          </a:p>
        </p:txBody>
      </p:sp>
    </p:spTree>
    <p:extLst>
      <p:ext uri="{BB962C8B-B14F-4D97-AF65-F5344CB8AC3E}">
        <p14:creationId xmlns:p14="http://schemas.microsoft.com/office/powerpoint/2010/main" val="12773328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rtl="0"/>
            <a:fld id="{C6B3AB32-59DF-41F1-9618-EDFBF5049629}" type="slidenum">
              <a:rPr lang="sv-SE" smtClean="0"/>
              <a:t>11</a:t>
            </a:fld>
            <a:endParaRPr lang="sv-SE"/>
          </a:p>
        </p:txBody>
      </p:sp>
    </p:spTree>
    <p:extLst>
      <p:ext uri="{BB962C8B-B14F-4D97-AF65-F5344CB8AC3E}">
        <p14:creationId xmlns:p14="http://schemas.microsoft.com/office/powerpoint/2010/main" val="332248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rtlCol="0"/>
          <a:lstStyle/>
          <a:p>
            <a:pPr rtl="0"/>
            <a:endParaRPr lang="sv-SE"/>
          </a:p>
        </p:txBody>
      </p:sp>
      <p:sp>
        <p:nvSpPr>
          <p:cNvPr id="4" name="Platshållare för bildnummer 3"/>
          <p:cNvSpPr>
            <a:spLocks noGrp="1"/>
          </p:cNvSpPr>
          <p:nvPr>
            <p:ph type="sldNum" sz="quarter" idx="5"/>
          </p:nvPr>
        </p:nvSpPr>
        <p:spPr/>
        <p:txBody>
          <a:bodyPr rtlCol="0"/>
          <a:lstStyle/>
          <a:p>
            <a:pPr rtl="0"/>
            <a:fld id="{C6B3AB32-59DF-41F1-9618-EDFBF5049629}" type="slidenum">
              <a:rPr lang="sv-SE" smtClean="0"/>
              <a:t>12</a:t>
            </a:fld>
            <a:endParaRPr lang="sv-SE"/>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7" name="Rektangulär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Rubrik 1"/>
          <p:cNvSpPr>
            <a:spLocks noGrp="1"/>
          </p:cNvSpPr>
          <p:nvPr>
            <p:ph type="ctrTitle" hasCustomPrompt="1"/>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sv-SE" noProof="0"/>
              <a:t>Klicka här för att ändra format</a:t>
            </a:r>
          </a:p>
        </p:txBody>
      </p:sp>
      <p:sp>
        <p:nvSpPr>
          <p:cNvPr id="3" name="Underrubrik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sv-SE" noProof="0"/>
              <a:t>Klicka om du vill redigera mall för underrubrikformat</a:t>
            </a:r>
          </a:p>
        </p:txBody>
      </p:sp>
      <p:sp>
        <p:nvSpPr>
          <p:cNvPr id="4" name="Platshållare för datum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9E1C7E15-A5D9-44CB-AA09-BDE68780EFAC}" type="datetime1">
              <a:rPr lang="sv-SE" noProof="0" smtClean="0"/>
              <a:t>2024-05-23</a:t>
            </a:fld>
            <a:endParaRPr lang="sv-SE" noProof="0"/>
          </a:p>
        </p:txBody>
      </p:sp>
      <p:sp>
        <p:nvSpPr>
          <p:cNvPr id="5" name="Platshållare för sidfot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sv-SE" noProof="0"/>
          </a:p>
        </p:txBody>
      </p:sp>
      <p:sp>
        <p:nvSpPr>
          <p:cNvPr id="6" name="Platshållare för bildnummer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7" name="Rektangulär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Rubrik 1"/>
          <p:cNvSpPr>
            <a:spLocks noGrp="1"/>
          </p:cNvSpPr>
          <p:nvPr>
            <p:ph type="title" hasCustomPrompt="1"/>
          </p:nvPr>
        </p:nvSpPr>
        <p:spPr>
          <a:xfrm>
            <a:off x="581192" y="702156"/>
            <a:ext cx="11029616" cy="1013800"/>
          </a:xfrm>
        </p:spPr>
        <p:txBody>
          <a:bodyPr rtlCol="0"/>
          <a:lstStyle/>
          <a:p>
            <a:pPr rtl="0"/>
            <a:r>
              <a:rPr lang="sv-SE" noProof="0"/>
              <a:t>Klicka här för att ändra format</a:t>
            </a:r>
          </a:p>
        </p:txBody>
      </p:sp>
      <p:sp>
        <p:nvSpPr>
          <p:cNvPr id="3" name="Platshållare för innehåll 2"/>
          <p:cNvSpPr>
            <a:spLocks noGrp="1"/>
          </p:cNvSpPr>
          <p:nvPr>
            <p:ph idx="1" hasCustomPrompt="1"/>
          </p:nvPr>
        </p:nvSpPr>
        <p:spPr>
          <a:xfrm>
            <a:off x="581192" y="2180496"/>
            <a:ext cx="11029615" cy="3678303"/>
          </a:xfrm>
        </p:spPr>
        <p:txBody>
          <a:bodyPr rtlCol="0"/>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10"/>
          </p:nvPr>
        </p:nvSpPr>
        <p:spPr/>
        <p:txBody>
          <a:bodyPr rtlCol="0"/>
          <a:lstStyle/>
          <a:p>
            <a:pPr rtl="0"/>
            <a:fld id="{18BA5819-876C-40D7-B05D-82DAC82D5655}" type="datetime1">
              <a:rPr lang="sv-SE" noProof="0" smtClean="0"/>
              <a:t>2024-05-23</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a:xfrm>
            <a:off x="10558300" y="5956137"/>
            <a:ext cx="1052508" cy="365125"/>
          </a:xfrm>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8" name="Rektangulär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Rubrik 1"/>
          <p:cNvSpPr>
            <a:spLocks noGrp="1"/>
          </p:cNvSpPr>
          <p:nvPr>
            <p:ph type="title" hasCustomPrompt="1"/>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sv-SE" noProof="0"/>
              <a:t>Klicka här för att ändra format</a:t>
            </a:r>
          </a:p>
        </p:txBody>
      </p:sp>
      <p:sp>
        <p:nvSpPr>
          <p:cNvPr id="3" name="Platshållare för text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v-SE" noProof="0"/>
              <a:t>Redigera format för bakgrundstext</a:t>
            </a:r>
          </a:p>
        </p:txBody>
      </p:sp>
      <p:sp>
        <p:nvSpPr>
          <p:cNvPr id="4" name="Platshållare för datum 3"/>
          <p:cNvSpPr>
            <a:spLocks noGrp="1"/>
          </p:cNvSpPr>
          <p:nvPr>
            <p:ph type="dt" sz="half" idx="10"/>
          </p:nvPr>
        </p:nvSpPr>
        <p:spPr/>
        <p:txBody>
          <a:bodyPr rtlCol="0"/>
          <a:lstStyle>
            <a:lvl1pPr>
              <a:defRPr>
                <a:solidFill>
                  <a:schemeClr val="accent1">
                    <a:lumMod val="75000"/>
                    <a:lumOff val="25000"/>
                  </a:schemeClr>
                </a:solidFill>
              </a:defRPr>
            </a:lvl1pPr>
          </a:lstStyle>
          <a:p>
            <a:pPr rtl="0"/>
            <a:fld id="{7949AA0E-6A47-4365-A56F-C26D07467938}" type="datetime1">
              <a:rPr lang="sv-SE" noProof="0" smtClean="0"/>
              <a:t>2024-05-23</a:t>
            </a:fld>
            <a:endParaRPr lang="sv-SE" noProof="0"/>
          </a:p>
        </p:txBody>
      </p:sp>
      <p:sp>
        <p:nvSpPr>
          <p:cNvPr id="5" name="Platshållare för sidfot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sv-SE" noProof="0"/>
          </a:p>
        </p:txBody>
      </p:sp>
      <p:sp>
        <p:nvSpPr>
          <p:cNvPr id="6" name="Platshållare för bildnummer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
    <p:spTree>
      <p:nvGrpSpPr>
        <p:cNvPr id="1" name=""/>
        <p:cNvGrpSpPr/>
        <p:nvPr/>
      </p:nvGrpSpPr>
      <p:grpSpPr>
        <a:xfrm>
          <a:off x="0" y="0"/>
          <a:ext cx="0" cy="0"/>
          <a:chOff x="0" y="0"/>
          <a:chExt cx="0" cy="0"/>
        </a:xfrm>
      </p:grpSpPr>
      <p:sp>
        <p:nvSpPr>
          <p:cNvPr id="8" name="Rektangulär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Rubrik 1"/>
          <p:cNvSpPr>
            <a:spLocks noGrp="1"/>
          </p:cNvSpPr>
          <p:nvPr>
            <p:ph type="title" hasCustomPrompt="1"/>
          </p:nvPr>
        </p:nvSpPr>
        <p:spPr>
          <a:xfrm>
            <a:off x="581193" y="729658"/>
            <a:ext cx="11029616" cy="988332"/>
          </a:xfrm>
        </p:spPr>
        <p:txBody>
          <a:bodyPr rtlCol="0"/>
          <a:lstStyle/>
          <a:p>
            <a:pPr rtl="0"/>
            <a:r>
              <a:rPr lang="sv-SE" noProof="0"/>
              <a:t>Klicka här för att ändra format</a:t>
            </a:r>
          </a:p>
        </p:txBody>
      </p:sp>
      <p:sp>
        <p:nvSpPr>
          <p:cNvPr id="3" name="Platshållare för innehåll 2"/>
          <p:cNvSpPr>
            <a:spLocks noGrp="1"/>
          </p:cNvSpPr>
          <p:nvPr>
            <p:ph sz="half" idx="1" hasCustomPrompt="1"/>
          </p:nvPr>
        </p:nvSpPr>
        <p:spPr>
          <a:xfrm>
            <a:off x="581193" y="2228003"/>
            <a:ext cx="5422390" cy="3633047"/>
          </a:xfrm>
        </p:spPr>
        <p:txBody>
          <a:bodyPr rtlCol="0">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innehåll 3"/>
          <p:cNvSpPr>
            <a:spLocks noGrp="1"/>
          </p:cNvSpPr>
          <p:nvPr>
            <p:ph sz="half" idx="2" hasCustomPrompt="1"/>
          </p:nvPr>
        </p:nvSpPr>
        <p:spPr>
          <a:xfrm>
            <a:off x="6188417" y="2228003"/>
            <a:ext cx="5422392" cy="3633047"/>
          </a:xfrm>
        </p:spPr>
        <p:txBody>
          <a:bodyPr rtlCol="0">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5" name="Platshållare för datum 4"/>
          <p:cNvSpPr>
            <a:spLocks noGrp="1"/>
          </p:cNvSpPr>
          <p:nvPr>
            <p:ph type="dt" sz="half" idx="10"/>
          </p:nvPr>
        </p:nvSpPr>
        <p:spPr/>
        <p:txBody>
          <a:bodyPr rtlCol="0"/>
          <a:lstStyle/>
          <a:p>
            <a:pPr rtl="0"/>
            <a:fld id="{B352CDAE-0DBF-4CCE-8D8D-BCC1A1B963F7}" type="datetime1">
              <a:rPr lang="sv-SE" noProof="0" smtClean="0"/>
              <a:t>2024-05-23</a:t>
            </a:fld>
            <a:endParaRPr lang="sv-SE" noProof="0"/>
          </a:p>
        </p:txBody>
      </p:sp>
      <p:sp>
        <p:nvSpPr>
          <p:cNvPr id="6" name="Platshållare för sidfot 5"/>
          <p:cNvSpPr>
            <a:spLocks noGrp="1"/>
          </p:cNvSpPr>
          <p:nvPr>
            <p:ph type="ftr" sz="quarter" idx="11"/>
          </p:nvPr>
        </p:nvSpPr>
        <p:spPr/>
        <p:txBody>
          <a:bodyPr rtlCol="0"/>
          <a:lstStyle/>
          <a:p>
            <a:pPr rtl="0"/>
            <a:endParaRPr lang="sv-SE" noProof="0"/>
          </a:p>
        </p:txBody>
      </p:sp>
      <p:sp>
        <p:nvSpPr>
          <p:cNvPr id="7" name="Platshållare för bildnummer 6"/>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11" name="Rektangulär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Rubrik 1"/>
          <p:cNvSpPr>
            <a:spLocks noGrp="1"/>
          </p:cNvSpPr>
          <p:nvPr>
            <p:ph type="title" hasCustomPrompt="1"/>
          </p:nvPr>
        </p:nvSpPr>
        <p:spPr>
          <a:xfrm>
            <a:off x="581193" y="729658"/>
            <a:ext cx="11029616" cy="988332"/>
          </a:xfrm>
        </p:spPr>
        <p:txBody>
          <a:bodyPr rtlCol="0"/>
          <a:lstStyle/>
          <a:p>
            <a:pPr rtl="0"/>
            <a:r>
              <a:rPr lang="sv-SE" noProof="0"/>
              <a:t>Klicka här för att ändra format</a:t>
            </a:r>
          </a:p>
        </p:txBody>
      </p:sp>
      <p:sp>
        <p:nvSpPr>
          <p:cNvPr id="3" name="Platshållare för text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v-SE" noProof="0"/>
              <a:t>Redigera format för bakgrundstext</a:t>
            </a:r>
          </a:p>
        </p:txBody>
      </p:sp>
      <p:sp>
        <p:nvSpPr>
          <p:cNvPr id="4" name="Platshållare för innehåll 3"/>
          <p:cNvSpPr>
            <a:spLocks noGrp="1"/>
          </p:cNvSpPr>
          <p:nvPr>
            <p:ph sz="half" idx="2" hasCustomPrompt="1"/>
          </p:nvPr>
        </p:nvSpPr>
        <p:spPr>
          <a:xfrm>
            <a:off x="581194" y="2926052"/>
            <a:ext cx="5393100" cy="2934999"/>
          </a:xfrm>
        </p:spPr>
        <p:txBody>
          <a:bodyPr rtlCol="0" anchor="t">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5" name="Platshållare för text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v-SE" noProof="0"/>
              <a:t>Redigera format för bakgrundstext</a:t>
            </a:r>
          </a:p>
        </p:txBody>
      </p:sp>
      <p:sp>
        <p:nvSpPr>
          <p:cNvPr id="6" name="Platshållare för innehåll 5"/>
          <p:cNvSpPr>
            <a:spLocks noGrp="1"/>
          </p:cNvSpPr>
          <p:nvPr>
            <p:ph sz="quarter" idx="4" hasCustomPrompt="1"/>
          </p:nvPr>
        </p:nvSpPr>
        <p:spPr>
          <a:xfrm>
            <a:off x="6217709" y="2926052"/>
            <a:ext cx="5393100" cy="2934999"/>
          </a:xfrm>
        </p:spPr>
        <p:txBody>
          <a:bodyPr rtlCol="0" anchor="t">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7" name="Platshållare för datum 6"/>
          <p:cNvSpPr>
            <a:spLocks noGrp="1"/>
          </p:cNvSpPr>
          <p:nvPr>
            <p:ph type="dt" sz="half" idx="10"/>
          </p:nvPr>
        </p:nvSpPr>
        <p:spPr/>
        <p:txBody>
          <a:bodyPr rtlCol="0"/>
          <a:lstStyle/>
          <a:p>
            <a:pPr rtl="0"/>
            <a:fld id="{EE769021-A962-41DC-B2BE-B2D5BE48197E}" type="datetime1">
              <a:rPr lang="sv-SE" noProof="0" smtClean="0"/>
              <a:t>2024-05-23</a:t>
            </a:fld>
            <a:endParaRPr lang="sv-SE" noProof="0"/>
          </a:p>
        </p:txBody>
      </p:sp>
      <p:sp>
        <p:nvSpPr>
          <p:cNvPr id="8" name="Platshållare för sidfot 7"/>
          <p:cNvSpPr>
            <a:spLocks noGrp="1"/>
          </p:cNvSpPr>
          <p:nvPr>
            <p:ph type="ftr" sz="quarter" idx="11"/>
          </p:nvPr>
        </p:nvSpPr>
        <p:spPr/>
        <p:txBody>
          <a:bodyPr rtlCol="0"/>
          <a:lstStyle/>
          <a:p>
            <a:pPr rtl="0"/>
            <a:endParaRPr lang="sv-SE" noProof="0"/>
          </a:p>
        </p:txBody>
      </p:sp>
      <p:sp>
        <p:nvSpPr>
          <p:cNvPr id="9" name="Platshållare för bildnummer 8"/>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3" name="Platshållare för datum 2"/>
          <p:cNvSpPr>
            <a:spLocks noGrp="1"/>
          </p:cNvSpPr>
          <p:nvPr>
            <p:ph type="dt" sz="half" idx="10"/>
          </p:nvPr>
        </p:nvSpPr>
        <p:spPr/>
        <p:txBody>
          <a:bodyPr rtlCol="0"/>
          <a:lstStyle/>
          <a:p>
            <a:pPr rtl="0"/>
            <a:fld id="{1D21C337-78CE-4B42-B3F9-57AA2C8CE673}" type="datetime1">
              <a:rPr lang="sv-SE" noProof="0" smtClean="0"/>
              <a:t>2024-05-23</a:t>
            </a:fld>
            <a:endParaRPr lang="sv-SE" noProof="0"/>
          </a:p>
        </p:txBody>
      </p:sp>
      <p:sp>
        <p:nvSpPr>
          <p:cNvPr id="4" name="Platshållare för sidfot 3"/>
          <p:cNvSpPr>
            <a:spLocks noGrp="1"/>
          </p:cNvSpPr>
          <p:nvPr>
            <p:ph type="ftr" sz="quarter" idx="11"/>
          </p:nvPr>
        </p:nvSpPr>
        <p:spPr/>
        <p:txBody>
          <a:bodyPr rtlCol="0"/>
          <a:lstStyle/>
          <a:p>
            <a:pPr rtl="0"/>
            <a:endParaRPr lang="sv-SE" noProof="0"/>
          </a:p>
        </p:txBody>
      </p:sp>
      <p:sp>
        <p:nvSpPr>
          <p:cNvPr id="5" name="Platshållare för bildnummer 4"/>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
        <p:nvSpPr>
          <p:cNvPr id="7" name="Rektangulär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Rubrik 1"/>
          <p:cNvSpPr>
            <a:spLocks noGrp="1"/>
          </p:cNvSpPr>
          <p:nvPr>
            <p:ph type="title" hasCustomPrompt="1"/>
          </p:nvPr>
        </p:nvSpPr>
        <p:spPr>
          <a:xfrm>
            <a:off x="575894" y="729658"/>
            <a:ext cx="11029616" cy="988332"/>
          </a:xfrm>
        </p:spPr>
        <p:txBody>
          <a:bodyPr rtlCol="0"/>
          <a:lstStyle/>
          <a:p>
            <a:pPr rtl="0"/>
            <a:r>
              <a:rPr lang="sv-SE" noProof="0"/>
              <a:t>Klicka här för att ändra format</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rtlCol="0"/>
          <a:lstStyle/>
          <a:p>
            <a:pPr rtl="0"/>
            <a:fld id="{944A4472-8FEF-4AB6-8DC5-BBF8799EDA3C}" type="datetime1">
              <a:rPr lang="sv-SE" noProof="0" smtClean="0"/>
              <a:t>2024-05-23</a:t>
            </a:fld>
            <a:endParaRPr lang="sv-SE" noProof="0"/>
          </a:p>
        </p:txBody>
      </p:sp>
      <p:sp>
        <p:nvSpPr>
          <p:cNvPr id="3" name="Platshållare för sidfot 2"/>
          <p:cNvSpPr>
            <a:spLocks noGrp="1"/>
          </p:cNvSpPr>
          <p:nvPr>
            <p:ph type="ftr" sz="quarter" idx="11"/>
          </p:nvPr>
        </p:nvSpPr>
        <p:spPr/>
        <p:txBody>
          <a:bodyPr rtlCol="0"/>
          <a:lstStyle/>
          <a:p>
            <a:pPr rtl="0"/>
            <a:endParaRPr lang="sv-SE" noProof="0"/>
          </a:p>
        </p:txBody>
      </p:sp>
      <p:sp>
        <p:nvSpPr>
          <p:cNvPr id="4" name="Platshållare för bildnummer 3"/>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9" name="Rektangulär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Rubrik 1"/>
          <p:cNvSpPr>
            <a:spLocks noGrp="1"/>
          </p:cNvSpPr>
          <p:nvPr>
            <p:ph type="title" hasCustomPrompt="1"/>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sv-SE" noProof="0"/>
              <a:t>Klicka här för att ändra format</a:t>
            </a:r>
          </a:p>
        </p:txBody>
      </p:sp>
      <p:sp>
        <p:nvSpPr>
          <p:cNvPr id="3" name="Platshållare för innehåll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text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v-SE" noProof="0"/>
              <a:t>Redigera format för bakgrundstext</a:t>
            </a:r>
          </a:p>
        </p:txBody>
      </p:sp>
      <p:sp>
        <p:nvSpPr>
          <p:cNvPr id="5" name="Platshållare för datum 4"/>
          <p:cNvSpPr>
            <a:spLocks noGrp="1"/>
          </p:cNvSpPr>
          <p:nvPr>
            <p:ph type="dt" sz="half" idx="10"/>
          </p:nvPr>
        </p:nvSpPr>
        <p:spPr/>
        <p:txBody>
          <a:bodyPr rtlCol="0"/>
          <a:lstStyle>
            <a:lvl1pPr>
              <a:defRPr>
                <a:solidFill>
                  <a:schemeClr val="accent1">
                    <a:lumMod val="75000"/>
                    <a:lumOff val="25000"/>
                  </a:schemeClr>
                </a:solidFill>
              </a:defRPr>
            </a:lvl1pPr>
          </a:lstStyle>
          <a:p>
            <a:pPr rtl="0"/>
            <a:fld id="{9C951709-E3CE-4C6A-8C9B-0A975C581F46}" type="datetime1">
              <a:rPr lang="sv-SE" noProof="0" smtClean="0"/>
              <a:t>2024-05-23</a:t>
            </a:fld>
            <a:endParaRPr lang="sv-SE" noProof="0"/>
          </a:p>
        </p:txBody>
      </p:sp>
      <p:sp>
        <p:nvSpPr>
          <p:cNvPr id="6" name="Platshållare för sidfot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sv-SE" noProof="0"/>
          </a:p>
        </p:txBody>
      </p:sp>
      <p:sp>
        <p:nvSpPr>
          <p:cNvPr id="7" name="Platshållare för bildnummer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hasCustomPrompt="1"/>
          </p:nvPr>
        </p:nvSpPr>
        <p:spPr>
          <a:xfrm>
            <a:off x="581193" y="4693389"/>
            <a:ext cx="11029616" cy="566738"/>
          </a:xfrm>
        </p:spPr>
        <p:txBody>
          <a:bodyPr rtlCol="0" anchor="b">
            <a:normAutofit/>
          </a:bodyPr>
          <a:lstStyle>
            <a:lvl1pPr algn="l">
              <a:defRPr sz="2400" b="0">
                <a:solidFill>
                  <a:schemeClr val="accent1"/>
                </a:solidFill>
              </a:defRPr>
            </a:lvl1pPr>
          </a:lstStyle>
          <a:p>
            <a:pPr rtl="0"/>
            <a:r>
              <a:rPr lang="sv-SE" noProof="0"/>
              <a:t>Klicka här för att ändra format</a:t>
            </a:r>
          </a:p>
        </p:txBody>
      </p:sp>
      <p:sp>
        <p:nvSpPr>
          <p:cNvPr id="3" name="Platshållare för bild 2"/>
          <p:cNvSpPr>
            <a:spLocks noGrp="1" noChangeAspect="1"/>
          </p:cNvSpPr>
          <p:nvPr>
            <p:ph type="pic" idx="1" hasCustomPrompt="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sv-SE" noProof="0"/>
              <a:t>Klicka på ikonen för att lägga till bild</a:t>
            </a:r>
          </a:p>
        </p:txBody>
      </p:sp>
      <p:sp>
        <p:nvSpPr>
          <p:cNvPr id="4" name="Platshållare för text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v-SE" noProof="0"/>
              <a:t>Redigera format för bakgrundstext</a:t>
            </a:r>
          </a:p>
        </p:txBody>
      </p:sp>
      <p:sp>
        <p:nvSpPr>
          <p:cNvPr id="5" name="Platshållare för datum 4"/>
          <p:cNvSpPr>
            <a:spLocks noGrp="1"/>
          </p:cNvSpPr>
          <p:nvPr>
            <p:ph type="dt" sz="half" idx="10"/>
          </p:nvPr>
        </p:nvSpPr>
        <p:spPr/>
        <p:txBody>
          <a:bodyPr rtlCol="0"/>
          <a:lstStyle/>
          <a:p>
            <a:pPr rtl="0"/>
            <a:fld id="{AE076600-0888-48C6-B089-DF3A6834FC41}" type="datetime1">
              <a:rPr lang="sv-SE" noProof="0" smtClean="0"/>
              <a:t>2024-05-23</a:t>
            </a:fld>
            <a:endParaRPr lang="sv-SE" noProof="0"/>
          </a:p>
        </p:txBody>
      </p:sp>
      <p:sp>
        <p:nvSpPr>
          <p:cNvPr id="6" name="Platshållare för sidfot 5"/>
          <p:cNvSpPr>
            <a:spLocks noGrp="1"/>
          </p:cNvSpPr>
          <p:nvPr>
            <p:ph type="ftr" sz="quarter" idx="11"/>
          </p:nvPr>
        </p:nvSpPr>
        <p:spPr/>
        <p:txBody>
          <a:bodyPr rtlCol="0"/>
          <a:lstStyle/>
          <a:p>
            <a:pPr rtl="0"/>
            <a:endParaRPr lang="sv-SE" noProof="0"/>
          </a:p>
        </p:txBody>
      </p:sp>
      <p:sp>
        <p:nvSpPr>
          <p:cNvPr id="7" name="Platshållare för bildnummer 6"/>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8" name="Rektangulär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Rubrik 1"/>
          <p:cNvSpPr>
            <a:spLocks noGrp="1"/>
          </p:cNvSpPr>
          <p:nvPr>
            <p:ph type="title" hasCustomPrompt="1"/>
          </p:nvPr>
        </p:nvSpPr>
        <p:spPr>
          <a:xfrm>
            <a:off x="581192" y="702156"/>
            <a:ext cx="11029616" cy="1013800"/>
          </a:xfrm>
        </p:spPr>
        <p:txBody>
          <a:bodyPr rtlCol="0"/>
          <a:lstStyle/>
          <a:p>
            <a:pPr rtl="0"/>
            <a:r>
              <a:rPr lang="sv-SE" noProof="0"/>
              <a:t>Klicka här för att ändra format</a:t>
            </a:r>
          </a:p>
        </p:txBody>
      </p:sp>
      <p:sp>
        <p:nvSpPr>
          <p:cNvPr id="3" name="Platshållare 2 för vertikal text"/>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10"/>
          </p:nvPr>
        </p:nvSpPr>
        <p:spPr/>
        <p:txBody>
          <a:bodyPr rtlCol="0"/>
          <a:lstStyle/>
          <a:p>
            <a:pPr rtl="0"/>
            <a:fld id="{561EE234-DC73-444A-954B-E89CE88AD6A7}" type="datetime1">
              <a:rPr lang="sv-SE" noProof="0" smtClean="0"/>
              <a:t>2024-05-23</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7" name="Rektangulär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Lodrät rubrik 1"/>
          <p:cNvSpPr>
            <a:spLocks noGrp="1"/>
          </p:cNvSpPr>
          <p:nvPr>
            <p:ph type="title" orient="vert" hasCustomPrompt="1"/>
          </p:nvPr>
        </p:nvSpPr>
        <p:spPr>
          <a:xfrm>
            <a:off x="8839201" y="675726"/>
            <a:ext cx="2004164" cy="5183073"/>
          </a:xfrm>
        </p:spPr>
        <p:txBody>
          <a:bodyPr vert="eaVert" rtlCol="0"/>
          <a:lstStyle/>
          <a:p>
            <a:pPr rtl="0"/>
            <a:r>
              <a:rPr lang="sv-SE" noProof="0"/>
              <a:t>Klicka här för att ändra format</a:t>
            </a:r>
          </a:p>
        </p:txBody>
      </p:sp>
      <p:sp>
        <p:nvSpPr>
          <p:cNvPr id="3" name="Platshållare 2 för vertikal text"/>
          <p:cNvSpPr>
            <a:spLocks noGrp="1"/>
          </p:cNvSpPr>
          <p:nvPr>
            <p:ph type="body" orient="vert" idx="1" hasCustomPrompt="1"/>
          </p:nvPr>
        </p:nvSpPr>
        <p:spPr>
          <a:xfrm>
            <a:off x="774923" y="675726"/>
            <a:ext cx="7896279" cy="5183073"/>
          </a:xfrm>
        </p:spPr>
        <p:txBody>
          <a:bodyPr vert="eaVert" rtlCol="0" anchor="t"/>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A06512CE-127A-4A92-B425-5C3D57FDA44B}" type="datetime1">
              <a:rPr lang="sv-SE" noProof="0" smtClean="0"/>
              <a:t>2024-05-23</a:t>
            </a:fld>
            <a:endParaRPr lang="sv-SE" noProof="0"/>
          </a:p>
        </p:txBody>
      </p:sp>
      <p:sp>
        <p:nvSpPr>
          <p:cNvPr id="5" name="Platshållare för sidfot 4"/>
          <p:cNvSpPr>
            <a:spLocks noGrp="1"/>
          </p:cNvSpPr>
          <p:nvPr>
            <p:ph type="ftr" sz="quarter" idx="11"/>
          </p:nvPr>
        </p:nvSpPr>
        <p:spPr>
          <a:xfrm>
            <a:off x="774923" y="5951811"/>
            <a:ext cx="7896279" cy="365125"/>
          </a:xfrm>
        </p:spPr>
        <p:txBody>
          <a:bodyPr rtlCol="0"/>
          <a:lstStyle/>
          <a:p>
            <a:pPr rtl="0"/>
            <a:endParaRPr lang="sv-SE" noProof="0"/>
          </a:p>
        </p:txBody>
      </p:sp>
      <p:sp>
        <p:nvSpPr>
          <p:cNvPr id="6" name="Platshållare för bildnummer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sv-SE" noProof="0"/>
              <a:t>Klicka här för att ändra format</a:t>
            </a:r>
          </a:p>
        </p:txBody>
      </p:sp>
      <p:sp>
        <p:nvSpPr>
          <p:cNvPr id="3" name="Platshållare för text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DCB5594E-A726-475C-AA0A-CE0BD647288B}" type="datetime1">
              <a:rPr lang="sv-SE" noProof="0" smtClean="0"/>
              <a:t>2024-05-23</a:t>
            </a:fld>
            <a:endParaRPr lang="sv-SE" noProof="0"/>
          </a:p>
        </p:txBody>
      </p:sp>
      <p:sp>
        <p:nvSpPr>
          <p:cNvPr id="5" name="Platshållare för sidfot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sv-SE" noProof="0"/>
          </a:p>
        </p:txBody>
      </p:sp>
      <p:sp>
        <p:nvSpPr>
          <p:cNvPr id="6" name="Platshållare för bildnumm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sv-SE" noProof="0" smtClean="0"/>
              <a:pPr rtl="0"/>
              <a:t>‹#›</a:t>
            </a:fld>
            <a:endParaRPr lang="sv-SE" noProof="0"/>
          </a:p>
        </p:txBody>
      </p:sp>
      <p:sp>
        <p:nvSpPr>
          <p:cNvPr id="9" name="Rektangulär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ktangulär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ktangulär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ktangulär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pic>
        <p:nvPicPr>
          <p:cNvPr id="7" name="Bild 6" descr="Digitala anslutningar">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up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ktangulär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sp>
          <p:nvSpPr>
            <p:cNvPr id="19" name="Rektangulär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sp>
          <p:nvSpPr>
            <p:cNvPr id="20" name="Rektangulär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grpSp>
      <p:sp>
        <p:nvSpPr>
          <p:cNvPr id="22" name="Rektangulär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sp>
        <p:nvSpPr>
          <p:cNvPr id="2" name="Rubrik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rtlCol="0">
            <a:noAutofit/>
          </a:bodyPr>
          <a:lstStyle/>
          <a:p>
            <a:pPr rtl="0"/>
            <a:r>
              <a:rPr lang="sv-SE" sz="6000">
                <a:solidFill>
                  <a:schemeClr val="bg1"/>
                </a:solidFill>
              </a:rPr>
              <a:t>Emotional </a:t>
            </a:r>
            <a:r>
              <a:rPr lang="sv-SE" sz="6000" err="1">
                <a:solidFill>
                  <a:schemeClr val="bg1"/>
                </a:solidFill>
              </a:rPr>
              <a:t>Recognition</a:t>
            </a:r>
            <a:endParaRPr lang="sv-SE" sz="6000">
              <a:solidFill>
                <a:schemeClr val="bg1"/>
              </a:solidFill>
            </a:endParaRPr>
          </a:p>
        </p:txBody>
      </p:sp>
      <p:sp>
        <p:nvSpPr>
          <p:cNvPr id="3" name="Underrubrik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rtlCol="0">
            <a:normAutofit/>
          </a:bodyPr>
          <a:lstStyle/>
          <a:p>
            <a:pPr rtl="0"/>
            <a:r>
              <a:rPr lang="sv-SE">
                <a:solidFill>
                  <a:srgbClr val="7CEBFF"/>
                </a:solidFill>
              </a:rPr>
              <a:t>TDDE70</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sv-SE" b="0" kern="1200" cap="all">
                <a:latin typeface="+mj-lt"/>
                <a:ea typeface="+mj-ea"/>
                <a:cs typeface="+mj-cs"/>
              </a:rPr>
              <a:t>Problem </a:t>
            </a:r>
            <a:r>
              <a:rPr lang="sv-SE" b="0" kern="1200" cap="all" err="1">
                <a:latin typeface="+mj-lt"/>
                <a:ea typeface="+mj-ea"/>
                <a:cs typeface="+mj-cs"/>
              </a:rPr>
              <a:t>Formulation</a:t>
            </a:r>
            <a:endParaRPr lang="sv-SE" b="0" kern="1200" cap="all">
              <a:latin typeface="+mj-lt"/>
              <a:ea typeface="+mj-ea"/>
              <a:cs typeface="+mj-cs"/>
            </a:endParaRPr>
          </a:p>
        </p:txBody>
      </p:sp>
      <p:graphicFrame>
        <p:nvGraphicFramePr>
          <p:cNvPr id="33" name="TextBox 5">
            <a:extLst>
              <a:ext uri="{FF2B5EF4-FFF2-40B4-BE49-F238E27FC236}">
                <a16:creationId xmlns:a16="http://schemas.microsoft.com/office/drawing/2014/main" id="{D4B387AF-94DA-CBD7-365F-7399B8DBCCA2}"/>
              </a:ext>
            </a:extLst>
          </p:cNvPr>
          <p:cNvGraphicFramePr/>
          <p:nvPr>
            <p:extLst>
              <p:ext uri="{D42A27DB-BD31-4B8C-83A1-F6EECF244321}">
                <p14:modId xmlns:p14="http://schemas.microsoft.com/office/powerpoint/2010/main" val="26714882"/>
              </p:ext>
            </p:extLst>
          </p:nvPr>
        </p:nvGraphicFramePr>
        <p:xfrm>
          <a:off x="6146903" y="1936588"/>
          <a:ext cx="5707640" cy="43742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TextBox 5">
            <a:extLst>
              <a:ext uri="{FF2B5EF4-FFF2-40B4-BE49-F238E27FC236}">
                <a16:creationId xmlns:a16="http://schemas.microsoft.com/office/drawing/2014/main" id="{BE9C7A22-E1EB-57DC-3087-C013BE1ACC2A}"/>
              </a:ext>
            </a:extLst>
          </p:cNvPr>
          <p:cNvGraphicFramePr/>
          <p:nvPr>
            <p:extLst>
              <p:ext uri="{D42A27DB-BD31-4B8C-83A1-F6EECF244321}">
                <p14:modId xmlns:p14="http://schemas.microsoft.com/office/powerpoint/2010/main" val="2490257577"/>
              </p:ext>
            </p:extLst>
          </p:nvPr>
        </p:nvGraphicFramePr>
        <p:xfrm>
          <a:off x="85116" y="1871031"/>
          <a:ext cx="5707640" cy="437425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70334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D0BC98-7BC2-8EB5-7B62-2B105C79B1BC}"/>
              </a:ext>
            </a:extLst>
          </p:cNvPr>
          <p:cNvSpPr>
            <a:spLocks noGrp="1"/>
          </p:cNvSpPr>
          <p:nvPr>
            <p:ph type="title"/>
          </p:nvPr>
        </p:nvSpPr>
        <p:spPr>
          <a:xfrm>
            <a:off x="581193" y="729658"/>
            <a:ext cx="11029616" cy="988332"/>
          </a:xfrm>
        </p:spPr>
        <p:txBody>
          <a:bodyPr vert="horz" lIns="91440" tIns="45720" rIns="91440" bIns="45720" rtlCol="0" anchor="b">
            <a:normAutofit/>
          </a:bodyPr>
          <a:lstStyle/>
          <a:p>
            <a:r>
              <a:rPr lang="sv-SE" b="0" kern="1200" cap="all" err="1">
                <a:latin typeface="+mj-lt"/>
                <a:ea typeface="+mj-ea"/>
                <a:cs typeface="+mj-cs"/>
              </a:rPr>
              <a:t>Datasets</a:t>
            </a:r>
            <a:endParaRPr lang="sv-SE" b="0" kern="1200" cap="all">
              <a:latin typeface="+mj-lt"/>
              <a:ea typeface="+mj-ea"/>
              <a:cs typeface="+mj-cs"/>
            </a:endParaRPr>
          </a:p>
        </p:txBody>
      </p:sp>
      <p:sp>
        <p:nvSpPr>
          <p:cNvPr id="13" name="Text Placeholder 2">
            <a:extLst>
              <a:ext uri="{FF2B5EF4-FFF2-40B4-BE49-F238E27FC236}">
                <a16:creationId xmlns:a16="http://schemas.microsoft.com/office/drawing/2014/main" id="{540498D9-7200-7143-272B-603A04D84B04}"/>
              </a:ext>
            </a:extLst>
          </p:cNvPr>
          <p:cNvSpPr>
            <a:spLocks noGrp="1"/>
          </p:cNvSpPr>
          <p:nvPr>
            <p:ph type="body" idx="1"/>
          </p:nvPr>
        </p:nvSpPr>
        <p:spPr>
          <a:xfrm>
            <a:off x="887219" y="2250892"/>
            <a:ext cx="5087075" cy="536005"/>
          </a:xfrm>
        </p:spPr>
        <p:txBody>
          <a:bodyPr/>
          <a:lstStyle/>
          <a:p>
            <a:r>
              <a:rPr lang="en-US"/>
              <a:t>AffectNet</a:t>
            </a:r>
          </a:p>
        </p:txBody>
      </p:sp>
      <p:sp>
        <p:nvSpPr>
          <p:cNvPr id="8" name="TextBox 7">
            <a:extLst>
              <a:ext uri="{FF2B5EF4-FFF2-40B4-BE49-F238E27FC236}">
                <a16:creationId xmlns:a16="http://schemas.microsoft.com/office/drawing/2014/main" id="{3C7EB31A-49A0-CBE8-1E5E-8774218980DD}"/>
              </a:ext>
            </a:extLst>
          </p:cNvPr>
          <p:cNvSpPr txBox="1"/>
          <p:nvPr/>
        </p:nvSpPr>
        <p:spPr>
          <a:xfrm>
            <a:off x="581194" y="2926052"/>
            <a:ext cx="5393100" cy="2934999"/>
          </a:xfrm>
          <a:prstGeom prst="rect">
            <a:avLst/>
          </a:prstGeom>
        </p:spPr>
        <p:txBody>
          <a:bodyPr vert="horz" lIns="91440" tIns="45720" rIns="91440" bIns="45720" rtlCol="0" anchor="t">
            <a:normAutofit/>
          </a:bodyPr>
          <a:lstStyle/>
          <a:p>
            <a:pPr marL="762635" lvl="1" indent="-305435">
              <a:spcBef>
                <a:spcPct val="20000"/>
              </a:spcBef>
              <a:spcAft>
                <a:spcPts val="600"/>
              </a:spcAft>
              <a:buClr>
                <a:schemeClr val="accent2"/>
              </a:buClr>
              <a:buSzPct val="92000"/>
              <a:buFont typeface="Wingdings 2" panose="05020102010507070707" pitchFamily="18" charset="2"/>
              <a:buChar char=""/>
            </a:pPr>
            <a:r>
              <a:rPr lang="sv-SE" err="1">
                <a:solidFill>
                  <a:schemeClr val="tx2"/>
                </a:solidFill>
              </a:rPr>
              <a:t>One</a:t>
            </a:r>
            <a:r>
              <a:rPr lang="sv-SE">
                <a:solidFill>
                  <a:schemeClr val="tx2"/>
                </a:solidFill>
              </a:rPr>
              <a:t> face per image</a:t>
            </a:r>
            <a:endParaRPr lang="en-US">
              <a:solidFill>
                <a:schemeClr val="tx2"/>
              </a:solidFill>
            </a:endParaRP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Emotional labels, 8 classes</a:t>
            </a: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400k samples (used subset ~16k)</a:t>
            </a:r>
          </a:p>
          <a:p>
            <a:pPr marL="762635" lvl="1" indent="-305435">
              <a:spcBef>
                <a:spcPct val="20000"/>
              </a:spcBef>
              <a:spcAft>
                <a:spcPts val="600"/>
              </a:spcAft>
              <a:buClr>
                <a:schemeClr val="accent2"/>
              </a:buClr>
              <a:buSzPct val="92000"/>
              <a:buFont typeface="Wingdings 2" panose="05020102010507070707" pitchFamily="18" charset="2"/>
              <a:buChar char=""/>
            </a:pPr>
            <a:r>
              <a:rPr lang="en-GB" err="1">
                <a:solidFill>
                  <a:schemeClr val="tx2"/>
                </a:solidFill>
              </a:rPr>
              <a:t>Inbalanced</a:t>
            </a:r>
            <a:r>
              <a:rPr lang="en-GB">
                <a:solidFill>
                  <a:schemeClr val="tx2"/>
                </a:solidFill>
              </a:rPr>
              <a:t> dataset </a:t>
            </a:r>
            <a:r>
              <a:rPr lang="en-GB">
                <a:solidFill>
                  <a:schemeClr val="tx2"/>
                </a:solidFill>
                <a:sym typeface="Wingdings" panose="05000000000000000000" pitchFamily="2" charset="2"/>
              </a:rPr>
              <a:t> Data augmentation</a:t>
            </a:r>
            <a:endParaRPr lang="en-GB">
              <a:solidFill>
                <a:schemeClr val="tx2"/>
              </a:solidFill>
            </a:endParaRPr>
          </a:p>
          <a:p>
            <a:pPr>
              <a:spcBef>
                <a:spcPct val="20000"/>
              </a:spcBef>
              <a:spcAft>
                <a:spcPts val="600"/>
              </a:spcAft>
              <a:buClr>
                <a:schemeClr val="accent2"/>
              </a:buClr>
              <a:buSzPct val="92000"/>
            </a:pPr>
            <a:r>
              <a:rPr lang="sv-SE">
                <a:solidFill>
                  <a:schemeClr val="tx2"/>
                </a:solidFill>
              </a:rPr>
              <a:t>	</a:t>
            </a:r>
          </a:p>
        </p:txBody>
      </p:sp>
      <p:sp>
        <p:nvSpPr>
          <p:cNvPr id="15" name="Text Placeholder 4">
            <a:extLst>
              <a:ext uri="{FF2B5EF4-FFF2-40B4-BE49-F238E27FC236}">
                <a16:creationId xmlns:a16="http://schemas.microsoft.com/office/drawing/2014/main" id="{6B618E32-6F66-E6AA-F002-F703161BB720}"/>
              </a:ext>
            </a:extLst>
          </p:cNvPr>
          <p:cNvSpPr>
            <a:spLocks noGrp="1"/>
          </p:cNvSpPr>
          <p:nvPr>
            <p:ph type="body" sz="quarter" idx="3"/>
          </p:nvPr>
        </p:nvSpPr>
        <p:spPr>
          <a:xfrm>
            <a:off x="6523735" y="2250892"/>
            <a:ext cx="5087073" cy="553373"/>
          </a:xfrm>
        </p:spPr>
        <p:txBody>
          <a:bodyPr/>
          <a:lstStyle/>
          <a:p>
            <a:r>
              <a:rPr lang="en-US"/>
              <a:t>Face Detection Dataset and Benchmark</a:t>
            </a:r>
          </a:p>
        </p:txBody>
      </p:sp>
      <p:sp>
        <p:nvSpPr>
          <p:cNvPr id="7" name="TextBox 6">
            <a:extLst>
              <a:ext uri="{FF2B5EF4-FFF2-40B4-BE49-F238E27FC236}">
                <a16:creationId xmlns:a16="http://schemas.microsoft.com/office/drawing/2014/main" id="{498CAB4E-036A-CB1F-EAF9-5D94AA7BC62E}"/>
              </a:ext>
            </a:extLst>
          </p:cNvPr>
          <p:cNvSpPr txBox="1"/>
          <p:nvPr/>
        </p:nvSpPr>
        <p:spPr>
          <a:xfrm>
            <a:off x="6217709" y="2926052"/>
            <a:ext cx="5393100" cy="2934999"/>
          </a:xfrm>
          <a:prstGeom prst="rect">
            <a:avLst/>
          </a:prstGeom>
        </p:spPr>
        <p:txBody>
          <a:bodyPr vert="horz" lIns="91440" tIns="45720" rIns="91440" bIns="45720" rtlCol="0" anchor="t">
            <a:normAutofit lnSpcReduction="10000"/>
          </a:bodyPr>
          <a:lstStyle/>
          <a:p>
            <a:pPr marL="762635" lvl="1" indent="-305435">
              <a:lnSpc>
                <a:spcPct val="90000"/>
              </a:lnSpc>
              <a:spcBef>
                <a:spcPct val="20000"/>
              </a:spcBef>
              <a:spcAft>
                <a:spcPts val="600"/>
              </a:spcAft>
              <a:buClr>
                <a:schemeClr val="accent2"/>
              </a:buClr>
              <a:buSzPct val="92000"/>
              <a:buFont typeface="Wingdings 2" panose="05020102010507070707" pitchFamily="18" charset="2"/>
              <a:buChar char=""/>
            </a:pPr>
            <a:r>
              <a:rPr lang="en-GB" sz="1700">
                <a:solidFill>
                  <a:schemeClr val="tx2"/>
                </a:solidFill>
              </a:rPr>
              <a:t>Varying</a:t>
            </a:r>
            <a:r>
              <a:rPr lang="sv-SE" sz="1700">
                <a:solidFill>
                  <a:schemeClr val="tx2"/>
                </a:solidFill>
              </a:rPr>
              <a:t> </a:t>
            </a:r>
            <a:r>
              <a:rPr lang="en-GB" sz="1700">
                <a:solidFill>
                  <a:schemeClr val="tx2"/>
                </a:solidFill>
              </a:rPr>
              <a:t>number</a:t>
            </a:r>
            <a:r>
              <a:rPr lang="sv-SE" sz="1700">
                <a:solidFill>
                  <a:schemeClr val="tx2"/>
                </a:solidFill>
              </a:rPr>
              <a:t> </a:t>
            </a:r>
            <a:r>
              <a:rPr lang="en-GB" sz="1700">
                <a:solidFill>
                  <a:schemeClr val="tx2"/>
                </a:solidFill>
              </a:rPr>
              <a:t>of</a:t>
            </a:r>
            <a:r>
              <a:rPr lang="sv-SE" sz="1700">
                <a:solidFill>
                  <a:schemeClr val="tx2"/>
                </a:solidFill>
              </a:rPr>
              <a:t> faces</a:t>
            </a:r>
            <a:endParaRPr lang="en-US">
              <a:solidFill>
                <a:schemeClr val="tx2"/>
              </a:solidFill>
            </a:endParaRPr>
          </a:p>
          <a:p>
            <a:pPr marL="762635" lvl="1" indent="-305435">
              <a:lnSpc>
                <a:spcPct val="90000"/>
              </a:lnSpc>
              <a:spcBef>
                <a:spcPct val="20000"/>
              </a:spcBef>
              <a:spcAft>
                <a:spcPts val="600"/>
              </a:spcAft>
              <a:buClr>
                <a:schemeClr val="accent2"/>
              </a:buClr>
              <a:buSzPct val="92000"/>
              <a:buFont typeface="Wingdings 2" panose="05020102010507070707" pitchFamily="18" charset="2"/>
              <a:buChar char=""/>
            </a:pPr>
            <a:r>
              <a:rPr lang="en-GB" sz="1700">
                <a:solidFill>
                  <a:schemeClr val="tx2"/>
                </a:solidFill>
              </a:rPr>
              <a:t>Coordinates of the bounding boxes</a:t>
            </a:r>
          </a:p>
          <a:p>
            <a:pPr marL="762635" lvl="1" indent="-305435">
              <a:lnSpc>
                <a:spcPct val="90000"/>
              </a:lnSpc>
              <a:spcBef>
                <a:spcPct val="20000"/>
              </a:spcBef>
              <a:spcAft>
                <a:spcPts val="600"/>
              </a:spcAft>
              <a:buClr>
                <a:schemeClr val="accent2"/>
              </a:buClr>
              <a:buSzPct val="92000"/>
              <a:buFont typeface="Wingdings 2" panose="05020102010507070707" pitchFamily="18" charset="2"/>
              <a:buChar char=""/>
            </a:pPr>
            <a:r>
              <a:rPr lang="en-GB" sz="1700">
                <a:solidFill>
                  <a:schemeClr val="tx2"/>
                </a:solidFill>
              </a:rPr>
              <a:t>Different sizes </a:t>
            </a:r>
            <a:r>
              <a:rPr lang="en-GB" sz="1700">
                <a:solidFill>
                  <a:schemeClr val="tx2"/>
                </a:solidFill>
                <a:sym typeface="Wingdings" panose="05000000000000000000" pitchFamily="2" charset="2"/>
              </a:rPr>
              <a:t> Re-scaling and Paddling</a:t>
            </a:r>
            <a:endParaRPr lang="en-GB" sz="1700">
              <a:solidFill>
                <a:schemeClr val="tx2"/>
              </a:solidFill>
            </a:endParaRPr>
          </a:p>
          <a:p>
            <a:pPr marL="762635" lvl="1" indent="-305435">
              <a:lnSpc>
                <a:spcPct val="90000"/>
              </a:lnSpc>
              <a:spcBef>
                <a:spcPct val="20000"/>
              </a:spcBef>
              <a:spcAft>
                <a:spcPts val="600"/>
              </a:spcAft>
              <a:buClr>
                <a:schemeClr val="accent2"/>
              </a:buClr>
              <a:buSzPct val="92000"/>
              <a:buFont typeface="Wingdings 2" panose="05020102010507070707" pitchFamily="18" charset="2"/>
              <a:buChar char=""/>
            </a:pPr>
            <a:r>
              <a:rPr lang="sv-SE" sz="1700">
                <a:solidFill>
                  <a:schemeClr val="tx2"/>
                </a:solidFill>
              </a:rPr>
              <a:t>3k sampels</a:t>
            </a:r>
          </a:p>
          <a:p>
            <a:pPr marL="762635" lvl="1" indent="-305435">
              <a:lnSpc>
                <a:spcPct val="90000"/>
              </a:lnSpc>
              <a:spcBef>
                <a:spcPct val="20000"/>
              </a:spcBef>
              <a:spcAft>
                <a:spcPts val="600"/>
              </a:spcAft>
              <a:buClr>
                <a:schemeClr val="accent2"/>
              </a:buClr>
              <a:buSzPct val="92000"/>
              <a:buFont typeface="Wingdings 2" panose="05020102010507070707" pitchFamily="18" charset="2"/>
              <a:buChar char=""/>
            </a:pPr>
            <a:r>
              <a:rPr lang="en-GB" sz="1700">
                <a:solidFill>
                  <a:schemeClr val="tx2"/>
                </a:solidFill>
              </a:rPr>
              <a:t>Patches for training</a:t>
            </a:r>
            <a:br>
              <a:rPr lang="en-GB" sz="1700">
                <a:solidFill>
                  <a:schemeClr val="tx2"/>
                </a:solidFill>
              </a:rPr>
            </a:br>
            <a:r>
              <a:rPr lang="en-GB" sz="1700">
                <a:solidFill>
                  <a:schemeClr val="tx2"/>
                </a:solidFill>
              </a:rPr>
              <a:t>and validation </a:t>
            </a:r>
          </a:p>
          <a:p>
            <a:pPr marL="762635" lvl="1" indent="-305435">
              <a:lnSpc>
                <a:spcPct val="90000"/>
              </a:lnSpc>
              <a:spcBef>
                <a:spcPct val="20000"/>
              </a:spcBef>
              <a:spcAft>
                <a:spcPts val="600"/>
              </a:spcAft>
              <a:buClr>
                <a:schemeClr val="accent2"/>
              </a:buClr>
              <a:buSzPct val="92000"/>
              <a:buFont typeface="Wingdings 2" panose="05020102010507070707" pitchFamily="18" charset="2"/>
              <a:buChar char=""/>
            </a:pPr>
            <a:r>
              <a:rPr lang="en-GB" sz="1700">
                <a:solidFill>
                  <a:schemeClr val="tx2"/>
                </a:solidFill>
              </a:rPr>
              <a:t>Patches created </a:t>
            </a:r>
            <a:br>
              <a:rPr lang="en-GB" sz="1700">
                <a:solidFill>
                  <a:schemeClr val="tx2"/>
                </a:solidFill>
              </a:rPr>
            </a:br>
            <a:r>
              <a:rPr lang="en-GB" sz="1700">
                <a:solidFill>
                  <a:schemeClr val="tx2"/>
                </a:solidFill>
              </a:rPr>
              <a:t>imbalance</a:t>
            </a:r>
          </a:p>
          <a:p>
            <a:pPr>
              <a:lnSpc>
                <a:spcPct val="90000"/>
              </a:lnSpc>
              <a:spcBef>
                <a:spcPct val="20000"/>
              </a:spcBef>
              <a:spcAft>
                <a:spcPts val="600"/>
              </a:spcAft>
              <a:buClr>
                <a:schemeClr val="accent2"/>
              </a:buClr>
              <a:buSzPct val="92000"/>
            </a:pPr>
            <a:r>
              <a:rPr lang="sv-SE" sz="1700">
                <a:solidFill>
                  <a:schemeClr val="tx2"/>
                </a:solidFill>
              </a:rPr>
              <a:t>	</a:t>
            </a:r>
          </a:p>
        </p:txBody>
      </p:sp>
      <p:pic>
        <p:nvPicPr>
          <p:cNvPr id="3" name="Picture 2">
            <a:extLst>
              <a:ext uri="{FF2B5EF4-FFF2-40B4-BE49-F238E27FC236}">
                <a16:creationId xmlns:a16="http://schemas.microsoft.com/office/drawing/2014/main" id="{DF969675-A475-8AD7-58B3-35AD001720C2}"/>
              </a:ext>
            </a:extLst>
          </p:cNvPr>
          <p:cNvPicPr>
            <a:picLocks noChangeAspect="1"/>
          </p:cNvPicPr>
          <p:nvPr/>
        </p:nvPicPr>
        <p:blipFill>
          <a:blip r:embed="rId3"/>
          <a:stretch>
            <a:fillRect/>
          </a:stretch>
        </p:blipFill>
        <p:spPr>
          <a:xfrm>
            <a:off x="2983201" y="4506595"/>
            <a:ext cx="2143125" cy="2110740"/>
          </a:xfrm>
          <a:prstGeom prst="rect">
            <a:avLst/>
          </a:prstGeom>
        </p:spPr>
      </p:pic>
      <p:pic>
        <p:nvPicPr>
          <p:cNvPr id="2" name="Picture 1" descr="A person in a suit and tie&#10;&#10;Description automatically generated">
            <a:extLst>
              <a:ext uri="{FF2B5EF4-FFF2-40B4-BE49-F238E27FC236}">
                <a16:creationId xmlns:a16="http://schemas.microsoft.com/office/drawing/2014/main" id="{BB4218E4-D21C-2D00-D694-A012202A761D}"/>
              </a:ext>
            </a:extLst>
          </p:cNvPr>
          <p:cNvPicPr>
            <a:picLocks noChangeAspect="1"/>
          </p:cNvPicPr>
          <p:nvPr/>
        </p:nvPicPr>
        <p:blipFill>
          <a:blip r:embed="rId4"/>
          <a:stretch>
            <a:fillRect/>
          </a:stretch>
        </p:blipFill>
        <p:spPr>
          <a:xfrm>
            <a:off x="8923513" y="4220997"/>
            <a:ext cx="2686685" cy="2393950"/>
          </a:xfrm>
          <a:prstGeom prst="rect">
            <a:avLst/>
          </a:prstGeom>
        </p:spPr>
      </p:pic>
    </p:spTree>
    <p:extLst>
      <p:ext uri="{BB962C8B-B14F-4D97-AF65-F5344CB8AC3E}">
        <p14:creationId xmlns:p14="http://schemas.microsoft.com/office/powerpoint/2010/main" val="497607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D0BC98-7BC2-8EB5-7B62-2B105C79B1BC}"/>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sv-SE"/>
              <a:t>ResNet-50</a:t>
            </a:r>
            <a:endParaRPr lang="sv-SE" b="0" kern="1200" cap="all"/>
          </a:p>
        </p:txBody>
      </p:sp>
      <p:pic>
        <p:nvPicPr>
          <p:cNvPr id="14" name="Picture 13">
            <a:extLst>
              <a:ext uri="{FF2B5EF4-FFF2-40B4-BE49-F238E27FC236}">
                <a16:creationId xmlns:a16="http://schemas.microsoft.com/office/drawing/2014/main" id="{DB3CB59B-A1A6-EAC0-7889-A2C291D88A9D}"/>
              </a:ext>
            </a:extLst>
          </p:cNvPr>
          <p:cNvPicPr>
            <a:picLocks noChangeAspect="1"/>
          </p:cNvPicPr>
          <p:nvPr/>
        </p:nvPicPr>
        <p:blipFill>
          <a:blip r:embed="rId3"/>
          <a:stretch>
            <a:fillRect/>
          </a:stretch>
        </p:blipFill>
        <p:spPr>
          <a:xfrm>
            <a:off x="96982" y="1900342"/>
            <a:ext cx="12192000" cy="4553511"/>
          </a:xfrm>
          <a:prstGeom prst="rect">
            <a:avLst/>
          </a:prstGeom>
        </p:spPr>
      </p:pic>
    </p:spTree>
    <p:extLst>
      <p:ext uri="{BB962C8B-B14F-4D97-AF65-F5344CB8AC3E}">
        <p14:creationId xmlns:p14="http://schemas.microsoft.com/office/powerpoint/2010/main" val="1393991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D0BC98-7BC2-8EB5-7B62-2B105C79B1BC}"/>
              </a:ext>
            </a:extLst>
          </p:cNvPr>
          <p:cNvSpPr>
            <a:spLocks noGrp="1"/>
          </p:cNvSpPr>
          <p:nvPr>
            <p:ph type="title"/>
          </p:nvPr>
        </p:nvSpPr>
        <p:spPr>
          <a:xfrm>
            <a:off x="581193" y="729658"/>
            <a:ext cx="11029616" cy="988332"/>
          </a:xfrm>
        </p:spPr>
        <p:txBody>
          <a:bodyPr vert="horz" lIns="91440" tIns="45720" rIns="91440" bIns="45720" rtlCol="0" anchor="b">
            <a:normAutofit/>
          </a:bodyPr>
          <a:lstStyle/>
          <a:p>
            <a:r>
              <a:rPr lang="sv-SE" b="0" kern="1200" cap="all">
                <a:latin typeface="+mj-lt"/>
                <a:ea typeface="+mj-ea"/>
                <a:cs typeface="+mj-cs"/>
              </a:rPr>
              <a:t>Face </a:t>
            </a:r>
            <a:r>
              <a:rPr lang="sv-SE" b="0" kern="1200" cap="all" err="1">
                <a:latin typeface="+mj-lt"/>
                <a:ea typeface="+mj-ea"/>
                <a:cs typeface="+mj-cs"/>
              </a:rPr>
              <a:t>detection</a:t>
            </a:r>
            <a:endParaRPr lang="sv-SE" b="0" kern="1200" cap="all">
              <a:latin typeface="+mj-lt"/>
              <a:ea typeface="+mj-ea"/>
              <a:cs typeface="+mj-cs"/>
            </a:endParaRPr>
          </a:p>
        </p:txBody>
      </p:sp>
      <p:sp>
        <p:nvSpPr>
          <p:cNvPr id="13" name="Text Placeholder 2">
            <a:extLst>
              <a:ext uri="{FF2B5EF4-FFF2-40B4-BE49-F238E27FC236}">
                <a16:creationId xmlns:a16="http://schemas.microsoft.com/office/drawing/2014/main" id="{540498D9-7200-7143-272B-603A04D84B04}"/>
              </a:ext>
            </a:extLst>
          </p:cNvPr>
          <p:cNvSpPr>
            <a:spLocks noGrp="1"/>
          </p:cNvSpPr>
          <p:nvPr>
            <p:ph type="body" idx="1"/>
          </p:nvPr>
        </p:nvSpPr>
        <p:spPr>
          <a:xfrm>
            <a:off x="887219" y="2250892"/>
            <a:ext cx="5087075" cy="536005"/>
          </a:xfrm>
        </p:spPr>
        <p:txBody>
          <a:bodyPr/>
          <a:lstStyle/>
          <a:p>
            <a:r>
              <a:rPr lang="en-US"/>
              <a:t>Simple CNN</a:t>
            </a:r>
          </a:p>
        </p:txBody>
      </p:sp>
      <p:sp>
        <p:nvSpPr>
          <p:cNvPr id="8" name="TextBox 7">
            <a:extLst>
              <a:ext uri="{FF2B5EF4-FFF2-40B4-BE49-F238E27FC236}">
                <a16:creationId xmlns:a16="http://schemas.microsoft.com/office/drawing/2014/main" id="{3C7EB31A-49A0-CBE8-1E5E-8774218980DD}"/>
              </a:ext>
            </a:extLst>
          </p:cNvPr>
          <p:cNvSpPr txBox="1"/>
          <p:nvPr/>
        </p:nvSpPr>
        <p:spPr>
          <a:xfrm>
            <a:off x="581194" y="2926052"/>
            <a:ext cx="5393100" cy="2934999"/>
          </a:xfrm>
          <a:prstGeom prst="rect">
            <a:avLst/>
          </a:prstGeom>
        </p:spPr>
        <p:txBody>
          <a:bodyPr vert="horz" lIns="91440" tIns="45720" rIns="91440" bIns="45720" rtlCol="0" anchor="t">
            <a:normAutofit/>
          </a:bodyPr>
          <a:lstStyle/>
          <a:p>
            <a:pPr>
              <a:spcBef>
                <a:spcPct val="20000"/>
              </a:spcBef>
              <a:spcAft>
                <a:spcPts val="600"/>
              </a:spcAft>
              <a:buClr>
                <a:schemeClr val="accent2"/>
              </a:buClr>
              <a:buSzPct val="92000"/>
            </a:pPr>
            <a:r>
              <a:rPr lang="sv-SE">
                <a:solidFill>
                  <a:schemeClr val="tx2"/>
                </a:solidFill>
              </a:rPr>
              <a:t>	</a:t>
            </a:r>
          </a:p>
        </p:txBody>
      </p:sp>
      <p:sp>
        <p:nvSpPr>
          <p:cNvPr id="15" name="Text Placeholder 4">
            <a:extLst>
              <a:ext uri="{FF2B5EF4-FFF2-40B4-BE49-F238E27FC236}">
                <a16:creationId xmlns:a16="http://schemas.microsoft.com/office/drawing/2014/main" id="{6B618E32-6F66-E6AA-F002-F703161BB720}"/>
              </a:ext>
            </a:extLst>
          </p:cNvPr>
          <p:cNvSpPr>
            <a:spLocks noGrp="1"/>
          </p:cNvSpPr>
          <p:nvPr>
            <p:ph type="body" sz="quarter" idx="3"/>
          </p:nvPr>
        </p:nvSpPr>
        <p:spPr>
          <a:xfrm>
            <a:off x="6523735" y="2250892"/>
            <a:ext cx="5087073" cy="553373"/>
          </a:xfrm>
        </p:spPr>
        <p:txBody>
          <a:bodyPr/>
          <a:lstStyle/>
          <a:p>
            <a:r>
              <a:rPr lang="en-US"/>
              <a:t>Mature model</a:t>
            </a:r>
          </a:p>
        </p:txBody>
      </p:sp>
      <p:sp>
        <p:nvSpPr>
          <p:cNvPr id="7" name="TextBox 6">
            <a:extLst>
              <a:ext uri="{FF2B5EF4-FFF2-40B4-BE49-F238E27FC236}">
                <a16:creationId xmlns:a16="http://schemas.microsoft.com/office/drawing/2014/main" id="{498CAB4E-036A-CB1F-EAF9-5D94AA7BC62E}"/>
              </a:ext>
            </a:extLst>
          </p:cNvPr>
          <p:cNvSpPr txBox="1"/>
          <p:nvPr/>
        </p:nvSpPr>
        <p:spPr>
          <a:xfrm>
            <a:off x="6217709" y="2926052"/>
            <a:ext cx="5393100" cy="2934999"/>
          </a:xfrm>
          <a:prstGeom prst="rect">
            <a:avLst/>
          </a:prstGeom>
        </p:spPr>
        <p:txBody>
          <a:bodyPr vert="horz" lIns="91440" tIns="45720" rIns="91440" bIns="45720" rtlCol="0" anchor="t">
            <a:normAutofit/>
          </a:bodyPr>
          <a:lstStyle/>
          <a:p>
            <a:pPr>
              <a:lnSpc>
                <a:spcPct val="90000"/>
              </a:lnSpc>
              <a:spcBef>
                <a:spcPct val="20000"/>
              </a:spcBef>
              <a:spcAft>
                <a:spcPts val="600"/>
              </a:spcAft>
              <a:buClr>
                <a:schemeClr val="accent2"/>
              </a:buClr>
              <a:buSzPct val="92000"/>
            </a:pPr>
            <a:r>
              <a:rPr lang="sv-SE" sz="1700">
                <a:solidFill>
                  <a:schemeClr val="tx2"/>
                </a:solidFill>
              </a:rPr>
              <a:t>	</a:t>
            </a:r>
          </a:p>
        </p:txBody>
      </p:sp>
      <p:sp>
        <p:nvSpPr>
          <p:cNvPr id="2" name="TextBox 1">
            <a:extLst>
              <a:ext uri="{FF2B5EF4-FFF2-40B4-BE49-F238E27FC236}">
                <a16:creationId xmlns:a16="http://schemas.microsoft.com/office/drawing/2014/main" id="{732BD909-4589-4FDE-4C56-AE9D527B78E9}"/>
              </a:ext>
            </a:extLst>
          </p:cNvPr>
          <p:cNvSpPr txBox="1"/>
          <p:nvPr/>
        </p:nvSpPr>
        <p:spPr>
          <a:xfrm>
            <a:off x="581191" y="2888673"/>
            <a:ext cx="5393100" cy="2934999"/>
          </a:xfrm>
          <a:prstGeom prst="rect">
            <a:avLst/>
          </a:prstGeom>
        </p:spPr>
        <p:txBody>
          <a:bodyPr vert="horz" lIns="91440" tIns="45720" rIns="91440" bIns="45720" rtlCol="0" anchor="t">
            <a:normAutofit/>
          </a:bodyPr>
          <a:lstStyle/>
          <a:p>
            <a:pPr>
              <a:lnSpc>
                <a:spcPct val="90000"/>
              </a:lnSpc>
              <a:spcBef>
                <a:spcPct val="20000"/>
              </a:spcBef>
              <a:spcAft>
                <a:spcPts val="600"/>
              </a:spcAft>
              <a:buClr>
                <a:schemeClr val="accent2"/>
              </a:buClr>
              <a:buSzPct val="92000"/>
            </a:pPr>
            <a:r>
              <a:rPr lang="sv-SE" sz="1700">
                <a:solidFill>
                  <a:schemeClr val="tx2"/>
                </a:solidFill>
              </a:rPr>
              <a:t>	</a:t>
            </a:r>
          </a:p>
        </p:txBody>
      </p:sp>
      <p:sp>
        <p:nvSpPr>
          <p:cNvPr id="4" name="TextBox 3">
            <a:extLst>
              <a:ext uri="{FF2B5EF4-FFF2-40B4-BE49-F238E27FC236}">
                <a16:creationId xmlns:a16="http://schemas.microsoft.com/office/drawing/2014/main" id="{1CACEC96-C198-0110-2535-003519E51EE4}"/>
              </a:ext>
            </a:extLst>
          </p:cNvPr>
          <p:cNvSpPr txBox="1"/>
          <p:nvPr/>
        </p:nvSpPr>
        <p:spPr>
          <a:xfrm>
            <a:off x="581188" y="2803061"/>
            <a:ext cx="5393100" cy="2934999"/>
          </a:xfrm>
          <a:prstGeom prst="rect">
            <a:avLst/>
          </a:prstGeom>
        </p:spPr>
        <p:txBody>
          <a:bodyPr vert="horz" lIns="91440" tIns="45720" rIns="91440" bIns="45720" rtlCol="0" anchor="t">
            <a:normAutofit fontScale="92500" lnSpcReduction="10000"/>
          </a:bodyPr>
          <a:lstStyle/>
          <a:p>
            <a:pPr marL="762635" lvl="1" indent="-305435">
              <a:spcBef>
                <a:spcPct val="20000"/>
              </a:spcBef>
              <a:spcAft>
                <a:spcPts val="600"/>
              </a:spcAft>
              <a:buClr>
                <a:schemeClr val="accent2"/>
              </a:buClr>
              <a:buSzPct val="92000"/>
              <a:buFont typeface="Wingdings 2" panose="05020102010507070707" pitchFamily="18" charset="2"/>
              <a:buChar char=""/>
            </a:pPr>
            <a:r>
              <a:rPr lang="sv-SE">
                <a:solidFill>
                  <a:schemeClr val="tx2"/>
                </a:solidFill>
              </a:rPr>
              <a:t>Conv2</a:t>
            </a:r>
            <a:endParaRPr lang="en-US">
              <a:solidFill>
                <a:schemeClr val="tx2"/>
              </a:solidFill>
            </a:endParaRPr>
          </a:p>
          <a:p>
            <a:pPr marL="762635" lvl="1" indent="-305435">
              <a:spcBef>
                <a:spcPct val="20000"/>
              </a:spcBef>
              <a:spcAft>
                <a:spcPts val="600"/>
              </a:spcAft>
              <a:buClr>
                <a:schemeClr val="accent2"/>
              </a:buClr>
              <a:buSzPct val="92000"/>
              <a:buFont typeface="Wingdings 2" panose="05020102010507070707" pitchFamily="18" charset="2"/>
              <a:buChar char=""/>
            </a:pPr>
            <a:r>
              <a:rPr lang="en-GB" err="1">
                <a:solidFill>
                  <a:schemeClr val="tx2"/>
                </a:solidFill>
              </a:rPr>
              <a:t>Batchnorm</a:t>
            </a:r>
            <a:endParaRPr lang="en-GB">
              <a:solidFill>
                <a:schemeClr val="tx2"/>
              </a:solidFill>
            </a:endParaRP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Activation</a:t>
            </a: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 Linear</a:t>
            </a: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Cross-entropy loss</a:t>
            </a: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Could not learn the pattern</a:t>
            </a: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A weighted loss did not improve the model</a:t>
            </a:r>
          </a:p>
          <a:p>
            <a:pPr>
              <a:spcBef>
                <a:spcPct val="20000"/>
              </a:spcBef>
              <a:spcAft>
                <a:spcPts val="600"/>
              </a:spcAft>
              <a:buClr>
                <a:schemeClr val="accent2"/>
              </a:buClr>
              <a:buSzPct val="92000"/>
            </a:pPr>
            <a:r>
              <a:rPr lang="sv-SE">
                <a:solidFill>
                  <a:schemeClr val="tx2"/>
                </a:solidFill>
              </a:rPr>
              <a:t>	</a:t>
            </a:r>
          </a:p>
        </p:txBody>
      </p:sp>
      <p:sp>
        <p:nvSpPr>
          <p:cNvPr id="6" name="TextBox 5">
            <a:extLst>
              <a:ext uri="{FF2B5EF4-FFF2-40B4-BE49-F238E27FC236}">
                <a16:creationId xmlns:a16="http://schemas.microsoft.com/office/drawing/2014/main" id="{7F39DFB4-3332-D8F4-ADAF-453163225224}"/>
              </a:ext>
            </a:extLst>
          </p:cNvPr>
          <p:cNvSpPr txBox="1"/>
          <p:nvPr/>
        </p:nvSpPr>
        <p:spPr>
          <a:xfrm>
            <a:off x="6155333" y="2803061"/>
            <a:ext cx="5393100" cy="2934999"/>
          </a:xfrm>
          <a:prstGeom prst="rect">
            <a:avLst/>
          </a:prstGeom>
        </p:spPr>
        <p:txBody>
          <a:bodyPr vert="horz" lIns="91440" tIns="45720" rIns="91440" bIns="45720" rtlCol="0" anchor="t">
            <a:normAutofit fontScale="70000" lnSpcReduction="20000"/>
          </a:bodyPr>
          <a:lstStyle/>
          <a:p>
            <a:pPr marL="763200" lvl="1" indent="-306000">
              <a:spcBef>
                <a:spcPct val="20000"/>
              </a:spcBef>
              <a:spcAft>
                <a:spcPts val="600"/>
              </a:spcAft>
              <a:buClr>
                <a:schemeClr val="accent2"/>
              </a:buClr>
              <a:buSzPct val="92000"/>
              <a:buFont typeface="Wingdings 2" panose="05020102010507070707" pitchFamily="18" charset="2"/>
              <a:buChar char=""/>
            </a:pPr>
            <a:r>
              <a:rPr lang="en-GB" sz="2900">
                <a:solidFill>
                  <a:schemeClr val="tx2"/>
                </a:solidFill>
              </a:rPr>
              <a:t>ResNet-50, frozen layers</a:t>
            </a:r>
          </a:p>
          <a:p>
            <a:pPr marL="763200" lvl="1" indent="-306000">
              <a:spcBef>
                <a:spcPct val="20000"/>
              </a:spcBef>
              <a:spcAft>
                <a:spcPts val="600"/>
              </a:spcAft>
              <a:buClr>
                <a:schemeClr val="accent2"/>
              </a:buClr>
              <a:buSzPct val="92000"/>
              <a:buFont typeface="Wingdings 2" panose="05020102010507070707" pitchFamily="18" charset="2"/>
              <a:buChar char=""/>
            </a:pPr>
            <a:r>
              <a:rPr lang="en-GB" sz="2900">
                <a:solidFill>
                  <a:schemeClr val="tx2"/>
                </a:solidFill>
              </a:rPr>
              <a:t>Linear</a:t>
            </a:r>
          </a:p>
          <a:p>
            <a:pPr marL="763200" lvl="1" indent="-306000">
              <a:spcBef>
                <a:spcPct val="20000"/>
              </a:spcBef>
              <a:spcAft>
                <a:spcPts val="600"/>
              </a:spcAft>
              <a:buClr>
                <a:schemeClr val="accent2"/>
              </a:buClr>
              <a:buSzPct val="92000"/>
              <a:buFont typeface="Wingdings 2" panose="05020102010507070707" pitchFamily="18" charset="2"/>
              <a:buChar char=""/>
            </a:pPr>
            <a:r>
              <a:rPr lang="en-GB" sz="2900">
                <a:solidFill>
                  <a:schemeClr val="tx2"/>
                </a:solidFill>
              </a:rPr>
              <a:t>Activation</a:t>
            </a:r>
          </a:p>
          <a:p>
            <a:pPr marL="763200" lvl="1" indent="-306000">
              <a:spcBef>
                <a:spcPct val="20000"/>
              </a:spcBef>
              <a:spcAft>
                <a:spcPts val="600"/>
              </a:spcAft>
              <a:buClr>
                <a:schemeClr val="accent2"/>
              </a:buClr>
              <a:buSzPct val="92000"/>
              <a:buFont typeface="Wingdings 2" panose="05020102010507070707" pitchFamily="18" charset="2"/>
              <a:buChar char=""/>
            </a:pPr>
            <a:r>
              <a:rPr lang="en-GB" sz="2900">
                <a:solidFill>
                  <a:schemeClr val="tx2"/>
                </a:solidFill>
              </a:rPr>
              <a:t>Heat-map to bounding boxes, threshold</a:t>
            </a:r>
          </a:p>
          <a:p>
            <a:pPr marL="763200" lvl="1" indent="-306000">
              <a:spcBef>
                <a:spcPct val="20000"/>
              </a:spcBef>
              <a:spcAft>
                <a:spcPts val="600"/>
              </a:spcAft>
              <a:buClr>
                <a:schemeClr val="accent2"/>
              </a:buClr>
              <a:buSzPct val="92000"/>
              <a:buFont typeface="Wingdings 2" panose="05020102010507070707" pitchFamily="18" charset="2"/>
              <a:buChar char=""/>
            </a:pPr>
            <a:r>
              <a:rPr lang="en-GB" sz="2900">
                <a:solidFill>
                  <a:schemeClr val="tx2"/>
                </a:solidFill>
              </a:rPr>
              <a:t>Cross-entropy loss</a:t>
            </a:r>
          </a:p>
          <a:p>
            <a:pPr marL="763200" lvl="1" indent="-306000">
              <a:spcBef>
                <a:spcPct val="20000"/>
              </a:spcBef>
              <a:spcAft>
                <a:spcPts val="600"/>
              </a:spcAft>
              <a:buClr>
                <a:schemeClr val="accent2"/>
              </a:buClr>
              <a:buSzPct val="92000"/>
              <a:buFont typeface="Wingdings 2" panose="05020102010507070707" pitchFamily="18" charset="2"/>
              <a:buChar char=""/>
            </a:pPr>
            <a:r>
              <a:rPr lang="en-GB" sz="2900">
                <a:solidFill>
                  <a:schemeClr val="tx2"/>
                </a:solidFill>
              </a:rPr>
              <a:t>SGD</a:t>
            </a:r>
          </a:p>
          <a:p>
            <a:pPr marL="763200" lvl="1" indent="-306000">
              <a:spcBef>
                <a:spcPct val="20000"/>
              </a:spcBef>
              <a:spcAft>
                <a:spcPts val="600"/>
              </a:spcAft>
              <a:buClr>
                <a:schemeClr val="accent2"/>
              </a:buClr>
              <a:buSzPct val="92000"/>
              <a:buFont typeface="Wingdings 2" panose="05020102010507070707" pitchFamily="18" charset="2"/>
              <a:buChar char=""/>
            </a:pPr>
            <a:endParaRPr lang="sv-SE">
              <a:solidFill>
                <a:schemeClr val="tx2"/>
              </a:solidFill>
            </a:endParaRPr>
          </a:p>
          <a:p>
            <a:pPr>
              <a:spcBef>
                <a:spcPct val="20000"/>
              </a:spcBef>
              <a:spcAft>
                <a:spcPts val="600"/>
              </a:spcAft>
              <a:buClr>
                <a:schemeClr val="accent2"/>
              </a:buClr>
              <a:buSzPct val="92000"/>
            </a:pPr>
            <a:r>
              <a:rPr lang="sv-SE">
                <a:solidFill>
                  <a:schemeClr val="tx2"/>
                </a:solidFill>
              </a:rPr>
              <a:t>	</a:t>
            </a:r>
          </a:p>
        </p:txBody>
      </p:sp>
      <p:pic>
        <p:nvPicPr>
          <p:cNvPr id="9" name="Picture 8" descr="A screenshot of a person&amp;#39;s face&#10;&#10;Description automatically generated">
            <a:extLst>
              <a:ext uri="{FF2B5EF4-FFF2-40B4-BE49-F238E27FC236}">
                <a16:creationId xmlns:a16="http://schemas.microsoft.com/office/drawing/2014/main" id="{7D12F5EC-D9C2-A31D-71E2-456A1AD5FD27}"/>
              </a:ext>
            </a:extLst>
          </p:cNvPr>
          <p:cNvPicPr>
            <a:picLocks noChangeAspect="1"/>
          </p:cNvPicPr>
          <p:nvPr/>
        </p:nvPicPr>
        <p:blipFill>
          <a:blip r:embed="rId3"/>
          <a:stretch>
            <a:fillRect/>
          </a:stretch>
        </p:blipFill>
        <p:spPr>
          <a:xfrm>
            <a:off x="7727172" y="4882466"/>
            <a:ext cx="1800861" cy="1872884"/>
          </a:xfrm>
          <a:prstGeom prst="rect">
            <a:avLst/>
          </a:prstGeom>
        </p:spPr>
      </p:pic>
      <p:pic>
        <p:nvPicPr>
          <p:cNvPr id="10" name="Picture 9" descr="A screenshot of a person&amp;#39;s face&#10;&#10;Description automatically generated">
            <a:extLst>
              <a:ext uri="{FF2B5EF4-FFF2-40B4-BE49-F238E27FC236}">
                <a16:creationId xmlns:a16="http://schemas.microsoft.com/office/drawing/2014/main" id="{1BBFEFFF-E54F-C05D-AB31-AB1FA08E2F04}"/>
              </a:ext>
            </a:extLst>
          </p:cNvPr>
          <p:cNvPicPr>
            <a:picLocks noChangeAspect="1"/>
          </p:cNvPicPr>
          <p:nvPr/>
        </p:nvPicPr>
        <p:blipFill>
          <a:blip r:embed="rId4"/>
          <a:stretch>
            <a:fillRect/>
          </a:stretch>
        </p:blipFill>
        <p:spPr>
          <a:xfrm>
            <a:off x="9837246" y="4876169"/>
            <a:ext cx="1787457" cy="1879182"/>
          </a:xfrm>
          <a:prstGeom prst="rect">
            <a:avLst/>
          </a:prstGeom>
        </p:spPr>
      </p:pic>
    </p:spTree>
    <p:extLst>
      <p:ext uri="{BB962C8B-B14F-4D97-AF65-F5344CB8AC3E}">
        <p14:creationId xmlns:p14="http://schemas.microsoft.com/office/powerpoint/2010/main" val="1200921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D0BC98-7BC2-8EB5-7B62-2B105C79B1BC}"/>
              </a:ext>
            </a:extLst>
          </p:cNvPr>
          <p:cNvSpPr>
            <a:spLocks noGrp="1"/>
          </p:cNvSpPr>
          <p:nvPr>
            <p:ph type="title"/>
          </p:nvPr>
        </p:nvSpPr>
        <p:spPr>
          <a:xfrm>
            <a:off x="581193" y="729658"/>
            <a:ext cx="11029616" cy="988332"/>
          </a:xfrm>
        </p:spPr>
        <p:txBody>
          <a:bodyPr vert="horz" lIns="91440" tIns="45720" rIns="91440" bIns="45720" rtlCol="0" anchor="b">
            <a:normAutofit/>
          </a:bodyPr>
          <a:lstStyle/>
          <a:p>
            <a:r>
              <a:rPr lang="sv-SE" b="0" kern="1200" cap="all">
                <a:latin typeface="+mj-lt"/>
                <a:ea typeface="+mj-ea"/>
                <a:cs typeface="+mj-cs"/>
              </a:rPr>
              <a:t>Face </a:t>
            </a:r>
            <a:r>
              <a:rPr lang="sv-SE" b="0" kern="1200" cap="all" err="1">
                <a:latin typeface="+mj-lt"/>
                <a:ea typeface="+mj-ea"/>
                <a:cs typeface="+mj-cs"/>
              </a:rPr>
              <a:t>detection</a:t>
            </a:r>
            <a:r>
              <a:rPr lang="sv-SE"/>
              <a:t> </a:t>
            </a:r>
            <a:r>
              <a:rPr lang="sv-SE" err="1"/>
              <a:t>Results</a:t>
            </a:r>
            <a:endParaRPr lang="sv-SE" b="0" kern="1200" cap="all" err="1">
              <a:latin typeface="+mj-lt"/>
              <a:ea typeface="+mj-ea"/>
              <a:cs typeface="+mj-cs"/>
            </a:endParaRPr>
          </a:p>
        </p:txBody>
      </p:sp>
      <p:graphicFrame>
        <p:nvGraphicFramePr>
          <p:cNvPr id="17" name="Table 16">
            <a:extLst>
              <a:ext uri="{FF2B5EF4-FFF2-40B4-BE49-F238E27FC236}">
                <a16:creationId xmlns:a16="http://schemas.microsoft.com/office/drawing/2014/main" id="{4777E0C0-74E4-D6BB-AEFC-D0D8BF064A7D}"/>
              </a:ext>
            </a:extLst>
          </p:cNvPr>
          <p:cNvGraphicFramePr>
            <a:graphicFrameLocks noGrp="1"/>
          </p:cNvGraphicFramePr>
          <p:nvPr>
            <p:extLst>
              <p:ext uri="{D42A27DB-BD31-4B8C-83A1-F6EECF244321}">
                <p14:modId xmlns:p14="http://schemas.microsoft.com/office/powerpoint/2010/main" val="2981107645"/>
              </p:ext>
            </p:extLst>
          </p:nvPr>
        </p:nvGraphicFramePr>
        <p:xfrm>
          <a:off x="6996545" y="5107288"/>
          <a:ext cx="4616766" cy="1112520"/>
        </p:xfrm>
        <a:graphic>
          <a:graphicData uri="http://schemas.openxmlformats.org/drawingml/2006/table">
            <a:tbl>
              <a:tblPr firstRow="1" bandRow="1">
                <a:tableStyleId>{5C22544A-7EE6-4342-B048-85BDC9FD1C3A}</a:tableStyleId>
              </a:tblPr>
              <a:tblGrid>
                <a:gridCol w="1538922">
                  <a:extLst>
                    <a:ext uri="{9D8B030D-6E8A-4147-A177-3AD203B41FA5}">
                      <a16:colId xmlns:a16="http://schemas.microsoft.com/office/drawing/2014/main" val="2234884684"/>
                    </a:ext>
                  </a:extLst>
                </a:gridCol>
                <a:gridCol w="1538922">
                  <a:extLst>
                    <a:ext uri="{9D8B030D-6E8A-4147-A177-3AD203B41FA5}">
                      <a16:colId xmlns:a16="http://schemas.microsoft.com/office/drawing/2014/main" val="1139224118"/>
                    </a:ext>
                  </a:extLst>
                </a:gridCol>
                <a:gridCol w="1538922">
                  <a:extLst>
                    <a:ext uri="{9D8B030D-6E8A-4147-A177-3AD203B41FA5}">
                      <a16:colId xmlns:a16="http://schemas.microsoft.com/office/drawing/2014/main" val="4150658644"/>
                    </a:ext>
                  </a:extLst>
                </a:gridCol>
              </a:tblGrid>
              <a:tr h="370840">
                <a:tc>
                  <a:txBody>
                    <a:bodyPr/>
                    <a:lstStyle/>
                    <a:p>
                      <a:endParaRPr lang="en-US"/>
                    </a:p>
                  </a:txBody>
                  <a:tcPr/>
                </a:tc>
                <a:tc>
                  <a:txBody>
                    <a:bodyPr/>
                    <a:lstStyle/>
                    <a:p>
                      <a:r>
                        <a:rPr lang="en-US"/>
                        <a:t>Face</a:t>
                      </a:r>
                    </a:p>
                  </a:txBody>
                  <a:tcPr/>
                </a:tc>
                <a:tc>
                  <a:txBody>
                    <a:bodyPr/>
                    <a:lstStyle/>
                    <a:p>
                      <a:r>
                        <a:rPr lang="en-US"/>
                        <a:t>No Face</a:t>
                      </a:r>
                    </a:p>
                  </a:txBody>
                  <a:tcPr/>
                </a:tc>
                <a:extLst>
                  <a:ext uri="{0D108BD9-81ED-4DB2-BD59-A6C34878D82A}">
                    <a16:rowId xmlns:a16="http://schemas.microsoft.com/office/drawing/2014/main" val="3486595995"/>
                  </a:ext>
                </a:extLst>
              </a:tr>
              <a:tr h="370840">
                <a:tc>
                  <a:txBody>
                    <a:bodyPr/>
                    <a:lstStyle/>
                    <a:p>
                      <a:r>
                        <a:rPr lang="en-US"/>
                        <a:t>Face</a:t>
                      </a:r>
                    </a:p>
                  </a:txBody>
                  <a:tcPr/>
                </a:tc>
                <a:tc>
                  <a:txBody>
                    <a:bodyPr/>
                    <a:lstStyle/>
                    <a:p>
                      <a:r>
                        <a:rPr lang="en-US"/>
                        <a:t>0.78</a:t>
                      </a:r>
                    </a:p>
                  </a:txBody>
                  <a:tcPr/>
                </a:tc>
                <a:tc>
                  <a:txBody>
                    <a:bodyPr/>
                    <a:lstStyle/>
                    <a:p>
                      <a:r>
                        <a:rPr lang="en-US"/>
                        <a:t>0.09</a:t>
                      </a:r>
                    </a:p>
                  </a:txBody>
                  <a:tcPr/>
                </a:tc>
                <a:extLst>
                  <a:ext uri="{0D108BD9-81ED-4DB2-BD59-A6C34878D82A}">
                    <a16:rowId xmlns:a16="http://schemas.microsoft.com/office/drawing/2014/main" val="1551678962"/>
                  </a:ext>
                </a:extLst>
              </a:tr>
              <a:tr h="370840">
                <a:tc>
                  <a:txBody>
                    <a:bodyPr/>
                    <a:lstStyle/>
                    <a:p>
                      <a:r>
                        <a:rPr lang="en-US"/>
                        <a:t>No Face</a:t>
                      </a:r>
                    </a:p>
                  </a:txBody>
                  <a:tcPr/>
                </a:tc>
                <a:tc>
                  <a:txBody>
                    <a:bodyPr/>
                    <a:lstStyle/>
                    <a:p>
                      <a:r>
                        <a:rPr lang="en-US"/>
                        <a:t>0.22</a:t>
                      </a:r>
                    </a:p>
                  </a:txBody>
                  <a:tcPr/>
                </a:tc>
                <a:tc>
                  <a:txBody>
                    <a:bodyPr/>
                    <a:lstStyle/>
                    <a:p>
                      <a:r>
                        <a:rPr lang="en-US"/>
                        <a:t>0.91</a:t>
                      </a:r>
                    </a:p>
                  </a:txBody>
                  <a:tcPr/>
                </a:tc>
                <a:extLst>
                  <a:ext uri="{0D108BD9-81ED-4DB2-BD59-A6C34878D82A}">
                    <a16:rowId xmlns:a16="http://schemas.microsoft.com/office/drawing/2014/main" val="175410988"/>
                  </a:ext>
                </a:extLst>
              </a:tr>
            </a:tbl>
          </a:graphicData>
        </a:graphic>
      </p:graphicFrame>
      <p:sp>
        <p:nvSpPr>
          <p:cNvPr id="18" name="TextBox 17">
            <a:extLst>
              <a:ext uri="{FF2B5EF4-FFF2-40B4-BE49-F238E27FC236}">
                <a16:creationId xmlns:a16="http://schemas.microsoft.com/office/drawing/2014/main" id="{181F3473-6B91-2656-E719-02F3864DED42}"/>
              </a:ext>
            </a:extLst>
          </p:cNvPr>
          <p:cNvSpPr txBox="1"/>
          <p:nvPr/>
        </p:nvSpPr>
        <p:spPr>
          <a:xfrm>
            <a:off x="9762416" y="4737956"/>
            <a:ext cx="2216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True</a:t>
            </a:r>
          </a:p>
        </p:txBody>
      </p:sp>
      <p:sp>
        <p:nvSpPr>
          <p:cNvPr id="19" name="TextBox 18">
            <a:extLst>
              <a:ext uri="{FF2B5EF4-FFF2-40B4-BE49-F238E27FC236}">
                <a16:creationId xmlns:a16="http://schemas.microsoft.com/office/drawing/2014/main" id="{D94064A7-7FEC-CCD6-3C39-3F29CBB0C502}"/>
              </a:ext>
            </a:extLst>
          </p:cNvPr>
          <p:cNvSpPr txBox="1"/>
          <p:nvPr/>
        </p:nvSpPr>
        <p:spPr>
          <a:xfrm>
            <a:off x="5888181" y="5623029"/>
            <a:ext cx="22167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Predicted</a:t>
            </a:r>
          </a:p>
        </p:txBody>
      </p:sp>
      <p:sp>
        <p:nvSpPr>
          <p:cNvPr id="22" name="TextBox 21">
            <a:extLst>
              <a:ext uri="{FF2B5EF4-FFF2-40B4-BE49-F238E27FC236}">
                <a16:creationId xmlns:a16="http://schemas.microsoft.com/office/drawing/2014/main" id="{09BB3B71-1775-EFB5-51B0-A73F47C18C72}"/>
              </a:ext>
            </a:extLst>
          </p:cNvPr>
          <p:cNvSpPr txBox="1"/>
          <p:nvPr/>
        </p:nvSpPr>
        <p:spPr>
          <a:xfrm>
            <a:off x="581188" y="2803061"/>
            <a:ext cx="5393100" cy="2934999"/>
          </a:xfrm>
          <a:prstGeom prst="rect">
            <a:avLst/>
          </a:prstGeom>
        </p:spPr>
        <p:txBody>
          <a:bodyPr vert="horz" lIns="91440" tIns="45720" rIns="91440" bIns="45720" rtlCol="0" anchor="t">
            <a:normAutofit fontScale="77500" lnSpcReduction="20000"/>
          </a:bodyPr>
          <a:lstStyle/>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Patch size : 100px x 100px</a:t>
            </a: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Patch stride:</a:t>
            </a:r>
          </a:p>
          <a:p>
            <a:pPr marL="1219835" lvl="2" indent="-305435">
              <a:spcBef>
                <a:spcPct val="20000"/>
              </a:spcBef>
              <a:spcAft>
                <a:spcPts val="600"/>
              </a:spcAft>
              <a:buClr>
                <a:schemeClr val="accent2"/>
              </a:buClr>
              <a:buSzPct val="92000"/>
              <a:buFont typeface="Wingdings" panose="05020102010507070707" pitchFamily="18" charset="2"/>
              <a:buChar char="§"/>
            </a:pPr>
            <a:r>
              <a:rPr lang="en-GB">
                <a:solidFill>
                  <a:schemeClr val="tx2"/>
                </a:solidFill>
              </a:rPr>
              <a:t>100 for training and removed negatives to create balance</a:t>
            </a:r>
          </a:p>
          <a:p>
            <a:pPr marL="1219835" lvl="2" indent="-305435">
              <a:spcBef>
                <a:spcPct val="20000"/>
              </a:spcBef>
              <a:spcAft>
                <a:spcPts val="600"/>
              </a:spcAft>
              <a:buClr>
                <a:schemeClr val="accent2"/>
              </a:buClr>
              <a:buSzPct val="92000"/>
              <a:buFont typeface="Wingdings" panose="05020102010507070707" pitchFamily="18" charset="2"/>
              <a:buChar char="§"/>
            </a:pPr>
            <a:r>
              <a:rPr lang="sv-SE">
                <a:solidFill>
                  <a:schemeClr val="tx2"/>
                </a:solidFill>
              </a:rPr>
              <a:t>25 for testning</a:t>
            </a: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A patch classifies as a face if at least 60% of the patch overlaps with a bounding box</a:t>
            </a: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Validation accuracy 90%</a:t>
            </a:r>
          </a:p>
          <a:p>
            <a:pPr marL="762635" lvl="1" indent="-305435">
              <a:spcBef>
                <a:spcPct val="20000"/>
              </a:spcBef>
              <a:spcAft>
                <a:spcPts val="600"/>
              </a:spcAft>
              <a:buClr>
                <a:schemeClr val="accent2"/>
              </a:buClr>
              <a:buSzPct val="92000"/>
              <a:buFont typeface="Wingdings 2" panose="05020102010507070707" pitchFamily="18" charset="2"/>
              <a:buChar char=""/>
            </a:pPr>
            <a:endParaRPr lang="sv-SE">
              <a:solidFill>
                <a:schemeClr val="tx2"/>
              </a:solidFill>
            </a:endParaRPr>
          </a:p>
          <a:p>
            <a:pPr marL="762635" lvl="1" indent="-305435">
              <a:spcBef>
                <a:spcPct val="20000"/>
              </a:spcBef>
              <a:spcAft>
                <a:spcPts val="600"/>
              </a:spcAft>
              <a:buClr>
                <a:schemeClr val="accent2"/>
              </a:buClr>
              <a:buSzPct val="92000"/>
              <a:buFont typeface="Wingdings 2" panose="05020102010507070707" pitchFamily="18" charset="2"/>
              <a:buChar char=""/>
            </a:pPr>
            <a:endParaRPr lang="en-GB">
              <a:solidFill>
                <a:schemeClr val="tx2"/>
              </a:solidFill>
            </a:endParaRPr>
          </a:p>
          <a:p>
            <a:pPr>
              <a:spcBef>
                <a:spcPct val="20000"/>
              </a:spcBef>
              <a:spcAft>
                <a:spcPts val="600"/>
              </a:spcAft>
              <a:buClr>
                <a:schemeClr val="accent2"/>
              </a:buClr>
              <a:buSzPct val="92000"/>
            </a:pPr>
            <a:r>
              <a:rPr lang="sv-SE">
                <a:solidFill>
                  <a:schemeClr val="tx2"/>
                </a:solidFill>
              </a:rPr>
              <a:t>	</a:t>
            </a:r>
          </a:p>
        </p:txBody>
      </p:sp>
      <p:pic>
        <p:nvPicPr>
          <p:cNvPr id="23" name="Picture 22" descr="A screenshot of a video game&#10;&#10;Description automatically generated">
            <a:extLst>
              <a:ext uri="{FF2B5EF4-FFF2-40B4-BE49-F238E27FC236}">
                <a16:creationId xmlns:a16="http://schemas.microsoft.com/office/drawing/2014/main" id="{18BC93DE-8ADE-EC69-8B32-9886CFE03379}"/>
              </a:ext>
            </a:extLst>
          </p:cNvPr>
          <p:cNvPicPr>
            <a:picLocks noChangeAspect="1"/>
          </p:cNvPicPr>
          <p:nvPr/>
        </p:nvPicPr>
        <p:blipFill>
          <a:blip r:embed="rId3"/>
          <a:stretch>
            <a:fillRect/>
          </a:stretch>
        </p:blipFill>
        <p:spPr>
          <a:xfrm>
            <a:off x="6182360" y="2168236"/>
            <a:ext cx="2434455" cy="2527826"/>
          </a:xfrm>
          <a:prstGeom prst="rect">
            <a:avLst/>
          </a:prstGeom>
        </p:spPr>
      </p:pic>
      <p:pic>
        <p:nvPicPr>
          <p:cNvPr id="24" name="Picture 23" descr="A screenshot of a screenshot of a person with her hands out&#10;&#10;Description automatically generated">
            <a:extLst>
              <a:ext uri="{FF2B5EF4-FFF2-40B4-BE49-F238E27FC236}">
                <a16:creationId xmlns:a16="http://schemas.microsoft.com/office/drawing/2014/main" id="{9672A5E9-8ED5-4C06-B135-BD99D4C7968C}"/>
              </a:ext>
            </a:extLst>
          </p:cNvPr>
          <p:cNvPicPr>
            <a:picLocks noChangeAspect="1"/>
          </p:cNvPicPr>
          <p:nvPr/>
        </p:nvPicPr>
        <p:blipFill>
          <a:blip r:embed="rId4"/>
          <a:stretch>
            <a:fillRect/>
          </a:stretch>
        </p:blipFill>
        <p:spPr>
          <a:xfrm>
            <a:off x="9024219" y="2180831"/>
            <a:ext cx="2431100" cy="2496338"/>
          </a:xfrm>
          <a:prstGeom prst="rect">
            <a:avLst/>
          </a:prstGeom>
        </p:spPr>
      </p:pic>
    </p:spTree>
    <p:extLst>
      <p:ext uri="{BB962C8B-B14F-4D97-AF65-F5344CB8AC3E}">
        <p14:creationId xmlns:p14="http://schemas.microsoft.com/office/powerpoint/2010/main" val="1081270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D0BC98-7BC2-8EB5-7B62-2B105C79B1BC}"/>
              </a:ext>
            </a:extLst>
          </p:cNvPr>
          <p:cNvSpPr>
            <a:spLocks noGrp="1"/>
          </p:cNvSpPr>
          <p:nvPr>
            <p:ph type="title"/>
          </p:nvPr>
        </p:nvSpPr>
        <p:spPr>
          <a:xfrm>
            <a:off x="581193" y="729658"/>
            <a:ext cx="11029616" cy="988332"/>
          </a:xfrm>
        </p:spPr>
        <p:txBody>
          <a:bodyPr vert="horz" lIns="91440" tIns="45720" rIns="91440" bIns="45720" rtlCol="0" anchor="b">
            <a:normAutofit/>
          </a:bodyPr>
          <a:lstStyle/>
          <a:p>
            <a:r>
              <a:rPr lang="sv-SE"/>
              <a:t>Emotion </a:t>
            </a:r>
            <a:r>
              <a:rPr lang="sv-SE" err="1"/>
              <a:t>classification</a:t>
            </a:r>
            <a:endParaRPr lang="sv-SE" b="0" kern="1200" cap="all">
              <a:latin typeface="+mj-lt"/>
              <a:ea typeface="+mj-ea"/>
              <a:cs typeface="+mj-cs"/>
            </a:endParaRPr>
          </a:p>
        </p:txBody>
      </p:sp>
      <p:sp>
        <p:nvSpPr>
          <p:cNvPr id="13" name="Text Placeholder 2">
            <a:extLst>
              <a:ext uri="{FF2B5EF4-FFF2-40B4-BE49-F238E27FC236}">
                <a16:creationId xmlns:a16="http://schemas.microsoft.com/office/drawing/2014/main" id="{540498D9-7200-7143-272B-603A04D84B04}"/>
              </a:ext>
            </a:extLst>
          </p:cNvPr>
          <p:cNvSpPr>
            <a:spLocks noGrp="1"/>
          </p:cNvSpPr>
          <p:nvPr>
            <p:ph type="body" idx="1"/>
          </p:nvPr>
        </p:nvSpPr>
        <p:spPr>
          <a:xfrm>
            <a:off x="887219" y="2250892"/>
            <a:ext cx="5087075" cy="536005"/>
          </a:xfrm>
        </p:spPr>
        <p:txBody>
          <a:bodyPr/>
          <a:lstStyle/>
          <a:p>
            <a:r>
              <a:rPr lang="en-US"/>
              <a:t>Simple CNN</a:t>
            </a:r>
          </a:p>
        </p:txBody>
      </p:sp>
      <p:sp>
        <p:nvSpPr>
          <p:cNvPr id="8" name="TextBox 7">
            <a:extLst>
              <a:ext uri="{FF2B5EF4-FFF2-40B4-BE49-F238E27FC236}">
                <a16:creationId xmlns:a16="http://schemas.microsoft.com/office/drawing/2014/main" id="{3C7EB31A-49A0-CBE8-1E5E-8774218980DD}"/>
              </a:ext>
            </a:extLst>
          </p:cNvPr>
          <p:cNvSpPr txBox="1"/>
          <p:nvPr/>
        </p:nvSpPr>
        <p:spPr>
          <a:xfrm>
            <a:off x="581194" y="2926052"/>
            <a:ext cx="5393100" cy="2934999"/>
          </a:xfrm>
          <a:prstGeom prst="rect">
            <a:avLst/>
          </a:prstGeom>
        </p:spPr>
        <p:txBody>
          <a:bodyPr vert="horz" lIns="91440" tIns="45720" rIns="91440" bIns="45720" rtlCol="0" anchor="t">
            <a:normAutofit/>
          </a:bodyPr>
          <a:lstStyle/>
          <a:p>
            <a:pPr>
              <a:spcBef>
                <a:spcPct val="20000"/>
              </a:spcBef>
              <a:spcAft>
                <a:spcPts val="600"/>
              </a:spcAft>
              <a:buClr>
                <a:schemeClr val="accent2"/>
              </a:buClr>
              <a:buSzPct val="92000"/>
            </a:pPr>
            <a:r>
              <a:rPr lang="sv-SE">
                <a:solidFill>
                  <a:schemeClr val="tx2"/>
                </a:solidFill>
              </a:rPr>
              <a:t>	</a:t>
            </a:r>
          </a:p>
        </p:txBody>
      </p:sp>
      <p:sp>
        <p:nvSpPr>
          <p:cNvPr id="15" name="Text Placeholder 4">
            <a:extLst>
              <a:ext uri="{FF2B5EF4-FFF2-40B4-BE49-F238E27FC236}">
                <a16:creationId xmlns:a16="http://schemas.microsoft.com/office/drawing/2014/main" id="{6B618E32-6F66-E6AA-F002-F703161BB720}"/>
              </a:ext>
            </a:extLst>
          </p:cNvPr>
          <p:cNvSpPr>
            <a:spLocks noGrp="1"/>
          </p:cNvSpPr>
          <p:nvPr>
            <p:ph type="body" sz="quarter" idx="3"/>
          </p:nvPr>
        </p:nvSpPr>
        <p:spPr>
          <a:xfrm>
            <a:off x="6523735" y="2250892"/>
            <a:ext cx="5087073" cy="553373"/>
          </a:xfrm>
        </p:spPr>
        <p:txBody>
          <a:bodyPr/>
          <a:lstStyle/>
          <a:p>
            <a:r>
              <a:rPr lang="en-US"/>
              <a:t>Mature model</a:t>
            </a:r>
          </a:p>
        </p:txBody>
      </p:sp>
      <p:sp>
        <p:nvSpPr>
          <p:cNvPr id="7" name="TextBox 6">
            <a:extLst>
              <a:ext uri="{FF2B5EF4-FFF2-40B4-BE49-F238E27FC236}">
                <a16:creationId xmlns:a16="http://schemas.microsoft.com/office/drawing/2014/main" id="{498CAB4E-036A-CB1F-EAF9-5D94AA7BC62E}"/>
              </a:ext>
            </a:extLst>
          </p:cNvPr>
          <p:cNvSpPr txBox="1"/>
          <p:nvPr/>
        </p:nvSpPr>
        <p:spPr>
          <a:xfrm>
            <a:off x="6217709" y="2926052"/>
            <a:ext cx="5393100" cy="2934999"/>
          </a:xfrm>
          <a:prstGeom prst="rect">
            <a:avLst/>
          </a:prstGeom>
        </p:spPr>
        <p:txBody>
          <a:bodyPr vert="horz" lIns="91440" tIns="45720" rIns="91440" bIns="45720" rtlCol="0" anchor="t">
            <a:normAutofit/>
          </a:bodyPr>
          <a:lstStyle/>
          <a:p>
            <a:pPr>
              <a:lnSpc>
                <a:spcPct val="90000"/>
              </a:lnSpc>
              <a:spcBef>
                <a:spcPct val="20000"/>
              </a:spcBef>
              <a:spcAft>
                <a:spcPts val="600"/>
              </a:spcAft>
              <a:buClr>
                <a:schemeClr val="accent2"/>
              </a:buClr>
              <a:buSzPct val="92000"/>
            </a:pPr>
            <a:r>
              <a:rPr lang="sv-SE" sz="1700">
                <a:solidFill>
                  <a:schemeClr val="tx2"/>
                </a:solidFill>
              </a:rPr>
              <a:t>	</a:t>
            </a:r>
          </a:p>
        </p:txBody>
      </p:sp>
      <p:sp>
        <p:nvSpPr>
          <p:cNvPr id="2" name="TextBox 1">
            <a:extLst>
              <a:ext uri="{FF2B5EF4-FFF2-40B4-BE49-F238E27FC236}">
                <a16:creationId xmlns:a16="http://schemas.microsoft.com/office/drawing/2014/main" id="{732BD909-4589-4FDE-4C56-AE9D527B78E9}"/>
              </a:ext>
            </a:extLst>
          </p:cNvPr>
          <p:cNvSpPr txBox="1"/>
          <p:nvPr/>
        </p:nvSpPr>
        <p:spPr>
          <a:xfrm>
            <a:off x="581191" y="2888673"/>
            <a:ext cx="5393100" cy="2934999"/>
          </a:xfrm>
          <a:prstGeom prst="rect">
            <a:avLst/>
          </a:prstGeom>
        </p:spPr>
        <p:txBody>
          <a:bodyPr vert="horz" lIns="91440" tIns="45720" rIns="91440" bIns="45720" rtlCol="0" anchor="t">
            <a:normAutofit/>
          </a:bodyPr>
          <a:lstStyle/>
          <a:p>
            <a:pPr>
              <a:lnSpc>
                <a:spcPct val="90000"/>
              </a:lnSpc>
              <a:spcBef>
                <a:spcPct val="20000"/>
              </a:spcBef>
              <a:spcAft>
                <a:spcPts val="600"/>
              </a:spcAft>
              <a:buClr>
                <a:schemeClr val="accent2"/>
              </a:buClr>
              <a:buSzPct val="92000"/>
            </a:pPr>
            <a:r>
              <a:rPr lang="sv-SE" sz="1700">
                <a:solidFill>
                  <a:schemeClr val="tx2"/>
                </a:solidFill>
              </a:rPr>
              <a:t>	</a:t>
            </a:r>
          </a:p>
        </p:txBody>
      </p:sp>
      <p:sp>
        <p:nvSpPr>
          <p:cNvPr id="4" name="TextBox 3">
            <a:extLst>
              <a:ext uri="{FF2B5EF4-FFF2-40B4-BE49-F238E27FC236}">
                <a16:creationId xmlns:a16="http://schemas.microsoft.com/office/drawing/2014/main" id="{1CACEC96-C198-0110-2535-003519E51EE4}"/>
              </a:ext>
            </a:extLst>
          </p:cNvPr>
          <p:cNvSpPr txBox="1"/>
          <p:nvPr/>
        </p:nvSpPr>
        <p:spPr>
          <a:xfrm>
            <a:off x="470354" y="2490080"/>
            <a:ext cx="5393100" cy="2934999"/>
          </a:xfrm>
          <a:prstGeom prst="rect">
            <a:avLst/>
          </a:prstGeom>
        </p:spPr>
        <p:txBody>
          <a:bodyPr vert="horz" lIns="91440" tIns="45720" rIns="91440" bIns="45720" rtlCol="0" anchor="t">
            <a:normAutofit/>
          </a:bodyPr>
          <a:lstStyle/>
          <a:p>
            <a:pPr marL="762635" lvl="1" indent="-305435">
              <a:spcBef>
                <a:spcPct val="20000"/>
              </a:spcBef>
              <a:spcAft>
                <a:spcPts val="600"/>
              </a:spcAft>
              <a:buClr>
                <a:schemeClr val="accent2"/>
              </a:buClr>
              <a:buSzPct val="92000"/>
              <a:buFont typeface="Wingdings 2" panose="05020102010507070707" pitchFamily="18" charset="2"/>
              <a:buChar char=""/>
            </a:pPr>
            <a:endParaRPr lang="sv-SE">
              <a:solidFill>
                <a:schemeClr val="tx2"/>
              </a:solidFill>
            </a:endParaRP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Stacked convolutional layers</a:t>
            </a: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Abandoned</a:t>
            </a:r>
            <a:r>
              <a:rPr lang="sv-SE">
                <a:solidFill>
                  <a:schemeClr val="tx2"/>
                </a:solidFill>
              </a:rPr>
              <a:t> </a:t>
            </a:r>
            <a:r>
              <a:rPr lang="en-GB">
                <a:solidFill>
                  <a:schemeClr val="tx2"/>
                </a:solidFill>
              </a:rPr>
              <a:t>quickly</a:t>
            </a:r>
            <a:r>
              <a:rPr lang="sv-SE">
                <a:solidFill>
                  <a:schemeClr val="tx2"/>
                </a:solidFill>
              </a:rPr>
              <a:t> </a:t>
            </a:r>
            <a:r>
              <a:rPr lang="en-GB">
                <a:solidFill>
                  <a:schemeClr val="tx2"/>
                </a:solidFill>
              </a:rPr>
              <a:t>as it did not perform well</a:t>
            </a:r>
          </a:p>
          <a:p>
            <a:pPr>
              <a:spcBef>
                <a:spcPct val="20000"/>
              </a:spcBef>
              <a:spcAft>
                <a:spcPts val="600"/>
              </a:spcAft>
              <a:buClr>
                <a:schemeClr val="accent2"/>
              </a:buClr>
              <a:buSzPct val="92000"/>
            </a:pPr>
            <a:r>
              <a:rPr lang="sv-SE">
                <a:solidFill>
                  <a:schemeClr val="tx2"/>
                </a:solidFill>
              </a:rPr>
              <a:t>	</a:t>
            </a:r>
          </a:p>
        </p:txBody>
      </p:sp>
      <p:sp>
        <p:nvSpPr>
          <p:cNvPr id="6" name="TextBox 5">
            <a:extLst>
              <a:ext uri="{FF2B5EF4-FFF2-40B4-BE49-F238E27FC236}">
                <a16:creationId xmlns:a16="http://schemas.microsoft.com/office/drawing/2014/main" id="{54029166-02D1-50F1-BC05-13CD1CD62339}"/>
              </a:ext>
            </a:extLst>
          </p:cNvPr>
          <p:cNvSpPr txBox="1"/>
          <p:nvPr/>
        </p:nvSpPr>
        <p:spPr>
          <a:xfrm>
            <a:off x="6217706" y="2786897"/>
            <a:ext cx="5393100" cy="2934999"/>
          </a:xfrm>
          <a:prstGeom prst="rect">
            <a:avLst/>
          </a:prstGeom>
        </p:spPr>
        <p:txBody>
          <a:bodyPr vert="horz" lIns="91440" tIns="45720" rIns="91440" bIns="45720" rtlCol="0" anchor="t">
            <a:normAutofit/>
          </a:bodyPr>
          <a:lstStyle/>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Utilizing the ResNet50 model as backbone</a:t>
            </a: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Dropout, </a:t>
            </a:r>
            <a:r>
              <a:rPr lang="en-GB" err="1">
                <a:solidFill>
                  <a:schemeClr val="tx2"/>
                </a:solidFill>
              </a:rPr>
              <a:t>batchnorm</a:t>
            </a:r>
            <a:r>
              <a:rPr lang="en-GB">
                <a:solidFill>
                  <a:schemeClr val="tx2"/>
                </a:solidFill>
              </a:rPr>
              <a:t>, activation, linear</a:t>
            </a: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Outputs a probability tensor (</a:t>
            </a:r>
            <a:r>
              <a:rPr lang="en-GB" err="1">
                <a:solidFill>
                  <a:schemeClr val="tx2"/>
                </a:solidFill>
              </a:rPr>
              <a:t>softmaxed</a:t>
            </a:r>
            <a:r>
              <a:rPr lang="en-GB">
                <a:solidFill>
                  <a:schemeClr val="tx2"/>
                </a:solidFill>
              </a:rPr>
              <a:t>)</a:t>
            </a: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Trained with SGD as Adam failed to converge</a:t>
            </a:r>
          </a:p>
          <a:p>
            <a:pPr lvl="1">
              <a:spcBef>
                <a:spcPct val="20000"/>
              </a:spcBef>
              <a:spcAft>
                <a:spcPts val="600"/>
              </a:spcAft>
              <a:buClr>
                <a:schemeClr val="accent2"/>
              </a:buClr>
              <a:buSzPct val="92000"/>
            </a:pPr>
            <a:endParaRPr lang="sv-SE">
              <a:solidFill>
                <a:schemeClr val="tx2"/>
              </a:solidFill>
            </a:endParaRPr>
          </a:p>
          <a:p>
            <a:pPr>
              <a:spcBef>
                <a:spcPct val="20000"/>
              </a:spcBef>
              <a:spcAft>
                <a:spcPts val="600"/>
              </a:spcAft>
              <a:buClr>
                <a:schemeClr val="accent2"/>
              </a:buClr>
              <a:buSzPct val="92000"/>
            </a:pPr>
            <a:r>
              <a:rPr lang="sv-SE">
                <a:solidFill>
                  <a:schemeClr val="tx2"/>
                </a:solidFill>
              </a:rPr>
              <a:t>	</a:t>
            </a:r>
          </a:p>
        </p:txBody>
      </p:sp>
    </p:spTree>
    <p:extLst>
      <p:ext uri="{BB962C8B-B14F-4D97-AF65-F5344CB8AC3E}">
        <p14:creationId xmlns:p14="http://schemas.microsoft.com/office/powerpoint/2010/main" val="1433083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FC9A7F-84E2-D2D9-3D60-11215CA696B4}"/>
              </a:ext>
            </a:extLst>
          </p:cNvPr>
          <p:cNvPicPr>
            <a:picLocks noChangeAspect="1"/>
          </p:cNvPicPr>
          <p:nvPr/>
        </p:nvPicPr>
        <p:blipFill>
          <a:blip r:embed="rId2"/>
          <a:stretch>
            <a:fillRect/>
          </a:stretch>
        </p:blipFill>
        <p:spPr>
          <a:xfrm>
            <a:off x="637262" y="1868334"/>
            <a:ext cx="4811039" cy="4864536"/>
          </a:xfrm>
          <a:prstGeom prst="rect">
            <a:avLst/>
          </a:prstGeom>
        </p:spPr>
      </p:pic>
      <p:sp>
        <p:nvSpPr>
          <p:cNvPr id="8" name="TextBox 7">
            <a:extLst>
              <a:ext uri="{FF2B5EF4-FFF2-40B4-BE49-F238E27FC236}">
                <a16:creationId xmlns:a16="http://schemas.microsoft.com/office/drawing/2014/main" id="{DFCC8360-E6A5-F70C-BA18-0D3E77A6A7A3}"/>
              </a:ext>
            </a:extLst>
          </p:cNvPr>
          <p:cNvSpPr txBox="1"/>
          <p:nvPr/>
        </p:nvSpPr>
        <p:spPr>
          <a:xfrm>
            <a:off x="6531800" y="2971016"/>
            <a:ext cx="50730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Validation accuracy: 41,6%</a:t>
            </a:r>
          </a:p>
          <a:p>
            <a:r>
              <a:rPr lang="en-US"/>
              <a:t>Training accuracy 97,3%</a:t>
            </a:r>
          </a:p>
        </p:txBody>
      </p:sp>
      <p:sp>
        <p:nvSpPr>
          <p:cNvPr id="9" name="Title 8">
            <a:extLst>
              <a:ext uri="{FF2B5EF4-FFF2-40B4-BE49-F238E27FC236}">
                <a16:creationId xmlns:a16="http://schemas.microsoft.com/office/drawing/2014/main" id="{0C64F806-319C-12AF-368C-5C10140616EF}"/>
              </a:ext>
            </a:extLst>
          </p:cNvPr>
          <p:cNvSpPr>
            <a:spLocks noGrp="1"/>
          </p:cNvSpPr>
          <p:nvPr>
            <p:ph type="title"/>
          </p:nvPr>
        </p:nvSpPr>
        <p:spPr>
          <a:xfrm>
            <a:off x="810836" y="702156"/>
            <a:ext cx="10799972" cy="1013800"/>
          </a:xfrm>
        </p:spPr>
        <p:txBody>
          <a:bodyPr/>
          <a:lstStyle/>
          <a:p>
            <a:r>
              <a:rPr lang="en-US"/>
              <a:t>Emotion classifier Results</a:t>
            </a:r>
          </a:p>
        </p:txBody>
      </p:sp>
      <p:pic>
        <p:nvPicPr>
          <p:cNvPr id="11" name="Picture 10" descr="A black text on a white background&#10;&#10;Description automatically generated">
            <a:extLst>
              <a:ext uri="{FF2B5EF4-FFF2-40B4-BE49-F238E27FC236}">
                <a16:creationId xmlns:a16="http://schemas.microsoft.com/office/drawing/2014/main" id="{03967D36-234F-0ACE-E6B2-9E83AA686793}"/>
              </a:ext>
            </a:extLst>
          </p:cNvPr>
          <p:cNvPicPr>
            <a:picLocks noChangeAspect="1"/>
          </p:cNvPicPr>
          <p:nvPr/>
        </p:nvPicPr>
        <p:blipFill>
          <a:blip r:embed="rId3"/>
          <a:stretch>
            <a:fillRect/>
          </a:stretch>
        </p:blipFill>
        <p:spPr>
          <a:xfrm>
            <a:off x="5496447" y="4477533"/>
            <a:ext cx="1428750" cy="2057400"/>
          </a:xfrm>
          <a:prstGeom prst="rect">
            <a:avLst/>
          </a:prstGeom>
        </p:spPr>
      </p:pic>
    </p:spTree>
    <p:extLst>
      <p:ext uri="{BB962C8B-B14F-4D97-AF65-F5344CB8AC3E}">
        <p14:creationId xmlns:p14="http://schemas.microsoft.com/office/powerpoint/2010/main" val="1727772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F3406-6E62-C7D1-AF9F-89F3463DD932}"/>
              </a:ext>
            </a:extLst>
          </p:cNvPr>
          <p:cNvSpPr>
            <a:spLocks noGrp="1"/>
          </p:cNvSpPr>
          <p:nvPr>
            <p:ph type="title"/>
          </p:nvPr>
        </p:nvSpPr>
        <p:spPr/>
        <p:txBody>
          <a:bodyPr/>
          <a:lstStyle/>
          <a:p>
            <a:r>
              <a:rPr lang="en-US"/>
              <a:t>Combined Model</a:t>
            </a:r>
          </a:p>
        </p:txBody>
      </p:sp>
      <p:pic>
        <p:nvPicPr>
          <p:cNvPr id="7" name="Content Placeholder 6" descr="A collage of two people&#10;&#10;Description automatically generated">
            <a:extLst>
              <a:ext uri="{FF2B5EF4-FFF2-40B4-BE49-F238E27FC236}">
                <a16:creationId xmlns:a16="http://schemas.microsoft.com/office/drawing/2014/main" id="{BD68295A-5C0A-B436-C724-AA857B1334D0}"/>
              </a:ext>
            </a:extLst>
          </p:cNvPr>
          <p:cNvPicPr>
            <a:picLocks noGrp="1" noChangeAspect="1"/>
          </p:cNvPicPr>
          <p:nvPr>
            <p:ph sz="quarter" idx="4"/>
          </p:nvPr>
        </p:nvPicPr>
        <p:blipFill>
          <a:blip r:embed="rId2"/>
          <a:stretch>
            <a:fillRect/>
          </a:stretch>
        </p:blipFill>
        <p:spPr>
          <a:xfrm>
            <a:off x="584913" y="2080544"/>
            <a:ext cx="4633704" cy="4051902"/>
          </a:xfrm>
        </p:spPr>
      </p:pic>
      <p:pic>
        <p:nvPicPr>
          <p:cNvPr id="8" name="Picture 7" descr="A collage of a person and person&#10;&#10;Description automatically generated">
            <a:extLst>
              <a:ext uri="{FF2B5EF4-FFF2-40B4-BE49-F238E27FC236}">
                <a16:creationId xmlns:a16="http://schemas.microsoft.com/office/drawing/2014/main" id="{BCB63A1C-8A0E-6EC6-C970-85F287016D0D}"/>
              </a:ext>
            </a:extLst>
          </p:cNvPr>
          <p:cNvPicPr>
            <a:picLocks noChangeAspect="1"/>
          </p:cNvPicPr>
          <p:nvPr/>
        </p:nvPicPr>
        <p:blipFill>
          <a:blip r:embed="rId3"/>
          <a:stretch>
            <a:fillRect/>
          </a:stretch>
        </p:blipFill>
        <p:spPr>
          <a:xfrm>
            <a:off x="6312791" y="1977742"/>
            <a:ext cx="4848225" cy="4238625"/>
          </a:xfrm>
          <a:prstGeom prst="rect">
            <a:avLst/>
          </a:prstGeom>
        </p:spPr>
      </p:pic>
      <p:sp>
        <p:nvSpPr>
          <p:cNvPr id="11" name="TextBox 10">
            <a:extLst>
              <a:ext uri="{FF2B5EF4-FFF2-40B4-BE49-F238E27FC236}">
                <a16:creationId xmlns:a16="http://schemas.microsoft.com/office/drawing/2014/main" id="{9D9ADC6D-A83A-32E3-12AF-20407B8EA810}"/>
              </a:ext>
            </a:extLst>
          </p:cNvPr>
          <p:cNvSpPr txBox="1"/>
          <p:nvPr/>
        </p:nvSpPr>
        <p:spPr>
          <a:xfrm>
            <a:off x="1211336" y="6083474"/>
            <a:ext cx="642758" cy="26161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a:t>Happy</a:t>
            </a:r>
          </a:p>
        </p:txBody>
      </p:sp>
      <p:sp>
        <p:nvSpPr>
          <p:cNvPr id="12" name="TextBox 11">
            <a:extLst>
              <a:ext uri="{FF2B5EF4-FFF2-40B4-BE49-F238E27FC236}">
                <a16:creationId xmlns:a16="http://schemas.microsoft.com/office/drawing/2014/main" id="{CD183C62-6AC0-92CD-0EB5-DECD8B2D80E9}"/>
              </a:ext>
            </a:extLst>
          </p:cNvPr>
          <p:cNvSpPr txBox="1"/>
          <p:nvPr/>
        </p:nvSpPr>
        <p:spPr>
          <a:xfrm>
            <a:off x="3873255" y="6083474"/>
            <a:ext cx="642758" cy="26161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a:t>Happy</a:t>
            </a:r>
          </a:p>
        </p:txBody>
      </p:sp>
      <p:sp>
        <p:nvSpPr>
          <p:cNvPr id="13" name="TextBox 12">
            <a:extLst>
              <a:ext uri="{FF2B5EF4-FFF2-40B4-BE49-F238E27FC236}">
                <a16:creationId xmlns:a16="http://schemas.microsoft.com/office/drawing/2014/main" id="{40153A80-3EFE-6403-3FB7-22B603C552A3}"/>
              </a:ext>
            </a:extLst>
          </p:cNvPr>
          <p:cNvSpPr txBox="1"/>
          <p:nvPr/>
        </p:nvSpPr>
        <p:spPr>
          <a:xfrm>
            <a:off x="6870455" y="6215554"/>
            <a:ext cx="815478" cy="26161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a:t>Surprise</a:t>
            </a:r>
          </a:p>
        </p:txBody>
      </p:sp>
      <p:sp>
        <p:nvSpPr>
          <p:cNvPr id="14" name="TextBox 13">
            <a:extLst>
              <a:ext uri="{FF2B5EF4-FFF2-40B4-BE49-F238E27FC236}">
                <a16:creationId xmlns:a16="http://schemas.microsoft.com/office/drawing/2014/main" id="{2B0406CA-F260-A2B3-B3A5-B308C798F1B4}"/>
              </a:ext>
            </a:extLst>
          </p:cNvPr>
          <p:cNvSpPr txBox="1"/>
          <p:nvPr/>
        </p:nvSpPr>
        <p:spPr>
          <a:xfrm>
            <a:off x="9867655" y="6215554"/>
            <a:ext cx="642758" cy="26161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a:t>Sad</a:t>
            </a:r>
          </a:p>
        </p:txBody>
      </p:sp>
    </p:spTree>
    <p:extLst>
      <p:ext uri="{BB962C8B-B14F-4D97-AF65-F5344CB8AC3E}">
        <p14:creationId xmlns:p14="http://schemas.microsoft.com/office/powerpoint/2010/main" val="3701914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F3406-6E62-C7D1-AF9F-89F3463DD932}"/>
              </a:ext>
            </a:extLst>
          </p:cNvPr>
          <p:cNvSpPr>
            <a:spLocks noGrp="1"/>
          </p:cNvSpPr>
          <p:nvPr>
            <p:ph type="title"/>
          </p:nvPr>
        </p:nvSpPr>
        <p:spPr/>
        <p:txBody>
          <a:bodyPr/>
          <a:lstStyle/>
          <a:p>
            <a:r>
              <a:rPr lang="en-US"/>
              <a:t>Discussion</a:t>
            </a:r>
          </a:p>
        </p:txBody>
      </p:sp>
      <p:sp>
        <p:nvSpPr>
          <p:cNvPr id="4" name="Content Placeholder 3">
            <a:extLst>
              <a:ext uri="{FF2B5EF4-FFF2-40B4-BE49-F238E27FC236}">
                <a16:creationId xmlns:a16="http://schemas.microsoft.com/office/drawing/2014/main" id="{BDA24DF2-40D7-0CAF-0323-7E3046D510C6}"/>
              </a:ext>
            </a:extLst>
          </p:cNvPr>
          <p:cNvSpPr>
            <a:spLocks noGrp="1"/>
          </p:cNvSpPr>
          <p:nvPr>
            <p:ph sz="half" idx="2"/>
          </p:nvPr>
        </p:nvSpPr>
        <p:spPr>
          <a:xfrm>
            <a:off x="3166824" y="2383612"/>
            <a:ext cx="7000064" cy="3924198"/>
          </a:xfrm>
        </p:spPr>
        <p:txBody>
          <a:bodyPr/>
          <a:lstStyle/>
          <a:p>
            <a:pPr marL="305435" indent="-305435"/>
            <a:r>
              <a:rPr lang="en-US" sz="2400"/>
              <a:t>Time consuming to prepare data</a:t>
            </a:r>
          </a:p>
          <a:p>
            <a:pPr marL="305435" indent="-305435"/>
            <a:r>
              <a:rPr lang="en-US" sz="2400"/>
              <a:t>Transfer learning </a:t>
            </a:r>
            <a:r>
              <a:rPr lang="en-US" sz="2400">
                <a:sym typeface="Wingdings" panose="05000000000000000000" pitchFamily="2" charset="2"/>
              </a:rPr>
              <a:t> Combats computational constraints</a:t>
            </a:r>
            <a:endParaRPr lang="en-US" sz="2400"/>
          </a:p>
          <a:p>
            <a:pPr marL="305435" indent="-305435"/>
            <a:r>
              <a:rPr lang="en-US" sz="2400"/>
              <a:t>Difficult to determine emotional states</a:t>
            </a:r>
          </a:p>
          <a:p>
            <a:pPr marL="305435" indent="-305435"/>
            <a:r>
              <a:rPr lang="sv-SE" sz="2400"/>
              <a:t>Hardware limits </a:t>
            </a:r>
            <a:r>
              <a:rPr lang="sv-SE" sz="2400" err="1"/>
              <a:t>dataset</a:t>
            </a:r>
            <a:r>
              <a:rPr lang="sv-SE" sz="2400"/>
              <a:t> size</a:t>
            </a:r>
            <a:endParaRPr lang="en-US" sz="2400"/>
          </a:p>
          <a:p>
            <a:pPr marL="305435" indent="-305435"/>
            <a:endParaRPr lang="en-US"/>
          </a:p>
          <a:p>
            <a:pPr marL="305435" indent="-305435"/>
            <a:endParaRPr lang="en-US"/>
          </a:p>
        </p:txBody>
      </p:sp>
    </p:spTree>
    <p:extLst>
      <p:ext uri="{BB962C8B-B14F-4D97-AF65-F5344CB8AC3E}">
        <p14:creationId xmlns:p14="http://schemas.microsoft.com/office/powerpoint/2010/main" val="1841564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D0BC98-7BC2-8EB5-7B62-2B105C79B1BC}"/>
              </a:ext>
            </a:extLst>
          </p:cNvPr>
          <p:cNvSpPr>
            <a:spLocks noGrp="1"/>
          </p:cNvSpPr>
          <p:nvPr>
            <p:ph type="title"/>
          </p:nvPr>
        </p:nvSpPr>
        <p:spPr>
          <a:xfrm>
            <a:off x="581193" y="729658"/>
            <a:ext cx="11029616" cy="988332"/>
          </a:xfrm>
        </p:spPr>
        <p:txBody>
          <a:bodyPr vert="horz" lIns="91440" tIns="45720" rIns="91440" bIns="45720" rtlCol="0" anchor="b">
            <a:normAutofit/>
          </a:bodyPr>
          <a:lstStyle/>
          <a:p>
            <a:r>
              <a:rPr lang="en-GB"/>
              <a:t>Possible improvements</a:t>
            </a:r>
            <a:endParaRPr lang="en-GB" b="0" kern="1200" cap="all">
              <a:latin typeface="+mj-lt"/>
            </a:endParaRPr>
          </a:p>
        </p:txBody>
      </p:sp>
      <p:sp>
        <p:nvSpPr>
          <p:cNvPr id="13" name="Text Placeholder 2">
            <a:extLst>
              <a:ext uri="{FF2B5EF4-FFF2-40B4-BE49-F238E27FC236}">
                <a16:creationId xmlns:a16="http://schemas.microsoft.com/office/drawing/2014/main" id="{540498D9-7200-7143-272B-603A04D84B04}"/>
              </a:ext>
            </a:extLst>
          </p:cNvPr>
          <p:cNvSpPr>
            <a:spLocks noGrp="1"/>
          </p:cNvSpPr>
          <p:nvPr>
            <p:ph type="body" idx="1"/>
          </p:nvPr>
        </p:nvSpPr>
        <p:spPr>
          <a:xfrm>
            <a:off x="887219" y="2250892"/>
            <a:ext cx="5087075" cy="536005"/>
          </a:xfrm>
        </p:spPr>
        <p:txBody>
          <a:bodyPr/>
          <a:lstStyle/>
          <a:p>
            <a:r>
              <a:rPr lang="en-US"/>
              <a:t>Face detection</a:t>
            </a:r>
          </a:p>
        </p:txBody>
      </p:sp>
      <p:sp>
        <p:nvSpPr>
          <p:cNvPr id="8" name="TextBox 7">
            <a:extLst>
              <a:ext uri="{FF2B5EF4-FFF2-40B4-BE49-F238E27FC236}">
                <a16:creationId xmlns:a16="http://schemas.microsoft.com/office/drawing/2014/main" id="{3C7EB31A-49A0-CBE8-1E5E-8774218980DD}"/>
              </a:ext>
            </a:extLst>
          </p:cNvPr>
          <p:cNvSpPr txBox="1"/>
          <p:nvPr/>
        </p:nvSpPr>
        <p:spPr>
          <a:xfrm>
            <a:off x="581194" y="2926052"/>
            <a:ext cx="5393100" cy="2934999"/>
          </a:xfrm>
          <a:prstGeom prst="rect">
            <a:avLst/>
          </a:prstGeom>
        </p:spPr>
        <p:txBody>
          <a:bodyPr vert="horz" lIns="91440" tIns="45720" rIns="91440" bIns="45720" rtlCol="0" anchor="t">
            <a:normAutofit/>
          </a:bodyPr>
          <a:lstStyle/>
          <a:p>
            <a:pPr>
              <a:spcBef>
                <a:spcPct val="20000"/>
              </a:spcBef>
              <a:spcAft>
                <a:spcPts val="600"/>
              </a:spcAft>
              <a:buClr>
                <a:schemeClr val="accent2"/>
              </a:buClr>
              <a:buSzPct val="92000"/>
            </a:pPr>
            <a:r>
              <a:rPr lang="sv-SE">
                <a:solidFill>
                  <a:schemeClr val="tx2"/>
                </a:solidFill>
              </a:rPr>
              <a:t>	</a:t>
            </a:r>
          </a:p>
        </p:txBody>
      </p:sp>
      <p:sp>
        <p:nvSpPr>
          <p:cNvPr id="15" name="Text Placeholder 4">
            <a:extLst>
              <a:ext uri="{FF2B5EF4-FFF2-40B4-BE49-F238E27FC236}">
                <a16:creationId xmlns:a16="http://schemas.microsoft.com/office/drawing/2014/main" id="{6B618E32-6F66-E6AA-F002-F703161BB720}"/>
              </a:ext>
            </a:extLst>
          </p:cNvPr>
          <p:cNvSpPr>
            <a:spLocks noGrp="1"/>
          </p:cNvSpPr>
          <p:nvPr>
            <p:ph type="body" sz="quarter" idx="3"/>
          </p:nvPr>
        </p:nvSpPr>
        <p:spPr>
          <a:xfrm>
            <a:off x="6523735" y="2250892"/>
            <a:ext cx="5087073" cy="553373"/>
          </a:xfrm>
        </p:spPr>
        <p:txBody>
          <a:bodyPr/>
          <a:lstStyle/>
          <a:p>
            <a:r>
              <a:rPr lang="en-US"/>
              <a:t>Emotion recognition</a:t>
            </a:r>
          </a:p>
        </p:txBody>
      </p:sp>
      <p:sp>
        <p:nvSpPr>
          <p:cNvPr id="7" name="TextBox 6">
            <a:extLst>
              <a:ext uri="{FF2B5EF4-FFF2-40B4-BE49-F238E27FC236}">
                <a16:creationId xmlns:a16="http://schemas.microsoft.com/office/drawing/2014/main" id="{498CAB4E-036A-CB1F-EAF9-5D94AA7BC62E}"/>
              </a:ext>
            </a:extLst>
          </p:cNvPr>
          <p:cNvSpPr txBox="1"/>
          <p:nvPr/>
        </p:nvSpPr>
        <p:spPr>
          <a:xfrm>
            <a:off x="6217709" y="2926052"/>
            <a:ext cx="5393100" cy="2934999"/>
          </a:xfrm>
          <a:prstGeom prst="rect">
            <a:avLst/>
          </a:prstGeom>
        </p:spPr>
        <p:txBody>
          <a:bodyPr vert="horz" lIns="91440" tIns="45720" rIns="91440" bIns="45720" rtlCol="0" anchor="t">
            <a:normAutofit/>
          </a:bodyPr>
          <a:lstStyle/>
          <a:p>
            <a:pPr>
              <a:lnSpc>
                <a:spcPct val="90000"/>
              </a:lnSpc>
              <a:spcBef>
                <a:spcPct val="20000"/>
              </a:spcBef>
              <a:spcAft>
                <a:spcPts val="600"/>
              </a:spcAft>
              <a:buClr>
                <a:schemeClr val="accent2"/>
              </a:buClr>
              <a:buSzPct val="92000"/>
            </a:pPr>
            <a:r>
              <a:rPr lang="sv-SE" sz="1700">
                <a:solidFill>
                  <a:schemeClr val="tx2"/>
                </a:solidFill>
              </a:rPr>
              <a:t>	</a:t>
            </a:r>
          </a:p>
        </p:txBody>
      </p:sp>
      <p:sp>
        <p:nvSpPr>
          <p:cNvPr id="2" name="TextBox 1">
            <a:extLst>
              <a:ext uri="{FF2B5EF4-FFF2-40B4-BE49-F238E27FC236}">
                <a16:creationId xmlns:a16="http://schemas.microsoft.com/office/drawing/2014/main" id="{732BD909-4589-4FDE-4C56-AE9D527B78E9}"/>
              </a:ext>
            </a:extLst>
          </p:cNvPr>
          <p:cNvSpPr txBox="1"/>
          <p:nvPr/>
        </p:nvSpPr>
        <p:spPr>
          <a:xfrm>
            <a:off x="581191" y="2888673"/>
            <a:ext cx="5393100" cy="2934999"/>
          </a:xfrm>
          <a:prstGeom prst="rect">
            <a:avLst/>
          </a:prstGeom>
        </p:spPr>
        <p:txBody>
          <a:bodyPr vert="horz" lIns="91440" tIns="45720" rIns="91440" bIns="45720" rtlCol="0" anchor="t">
            <a:normAutofit/>
          </a:bodyPr>
          <a:lstStyle/>
          <a:p>
            <a:pPr>
              <a:lnSpc>
                <a:spcPct val="90000"/>
              </a:lnSpc>
              <a:spcBef>
                <a:spcPct val="20000"/>
              </a:spcBef>
              <a:spcAft>
                <a:spcPts val="600"/>
              </a:spcAft>
              <a:buClr>
                <a:schemeClr val="accent2"/>
              </a:buClr>
              <a:buSzPct val="92000"/>
            </a:pPr>
            <a:r>
              <a:rPr lang="sv-SE" sz="1700">
                <a:solidFill>
                  <a:schemeClr val="tx2"/>
                </a:solidFill>
              </a:rPr>
              <a:t>	</a:t>
            </a:r>
          </a:p>
        </p:txBody>
      </p:sp>
      <p:sp>
        <p:nvSpPr>
          <p:cNvPr id="4" name="TextBox 3">
            <a:extLst>
              <a:ext uri="{FF2B5EF4-FFF2-40B4-BE49-F238E27FC236}">
                <a16:creationId xmlns:a16="http://schemas.microsoft.com/office/drawing/2014/main" id="{1CACEC96-C198-0110-2535-003519E51EE4}"/>
              </a:ext>
            </a:extLst>
          </p:cNvPr>
          <p:cNvSpPr txBox="1"/>
          <p:nvPr/>
        </p:nvSpPr>
        <p:spPr>
          <a:xfrm>
            <a:off x="470354" y="2503448"/>
            <a:ext cx="5393100" cy="3723736"/>
          </a:xfrm>
          <a:prstGeom prst="rect">
            <a:avLst/>
          </a:prstGeom>
        </p:spPr>
        <p:txBody>
          <a:bodyPr vert="horz" lIns="91440" tIns="45720" rIns="91440" bIns="45720" rtlCol="0" anchor="t">
            <a:normAutofit/>
          </a:bodyPr>
          <a:lstStyle/>
          <a:p>
            <a:pPr lvl="1">
              <a:spcBef>
                <a:spcPct val="20000"/>
              </a:spcBef>
              <a:spcAft>
                <a:spcPts val="600"/>
              </a:spcAft>
              <a:buClr>
                <a:schemeClr val="accent2"/>
              </a:buClr>
              <a:buSzPct val="92000"/>
            </a:pPr>
            <a:endParaRPr lang="en-GB">
              <a:solidFill>
                <a:schemeClr val="tx2"/>
              </a:solidFill>
            </a:endParaRP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Creating image pyramids </a:t>
            </a:r>
            <a:r>
              <a:rPr lang="en-GB">
                <a:solidFill>
                  <a:schemeClr val="tx2"/>
                </a:solidFill>
                <a:sym typeface="Wingdings" panose="05000000000000000000" pitchFamily="2" charset="2"/>
              </a:rPr>
              <a:t></a:t>
            </a:r>
            <a:r>
              <a:rPr lang="en-GB">
                <a:solidFill>
                  <a:schemeClr val="tx2"/>
                </a:solidFill>
              </a:rPr>
              <a:t> capture different face sizes</a:t>
            </a: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Having a model that allows us to have a loss function on the final output – not just patches</a:t>
            </a:r>
          </a:p>
          <a:p>
            <a:pPr marL="762635" lvl="1" indent="-305435">
              <a:spcBef>
                <a:spcPct val="20000"/>
              </a:spcBef>
              <a:spcAft>
                <a:spcPts val="600"/>
              </a:spcAft>
              <a:buClr>
                <a:schemeClr val="accent2"/>
              </a:buClr>
              <a:buSzPct val="92000"/>
              <a:buFont typeface="Wingdings 2" panose="05020102010507070707" pitchFamily="18" charset="2"/>
              <a:buChar char=""/>
            </a:pPr>
            <a:r>
              <a:rPr lang="en-GB">
                <a:solidFill>
                  <a:schemeClr val="tx2"/>
                </a:solidFill>
              </a:rPr>
              <a:t>Using a network better for face detection like:</a:t>
            </a:r>
          </a:p>
          <a:p>
            <a:pPr marL="1219835" lvl="2" indent="-305435">
              <a:spcBef>
                <a:spcPct val="20000"/>
              </a:spcBef>
              <a:spcAft>
                <a:spcPts val="600"/>
              </a:spcAft>
              <a:buClr>
                <a:schemeClr val="accent2"/>
              </a:buClr>
              <a:buSzPct val="92000"/>
              <a:buFont typeface="Wingdings" panose="05020102010507070707" pitchFamily="18" charset="2"/>
              <a:buChar char="§"/>
            </a:pPr>
            <a:r>
              <a:rPr lang="en-GB">
                <a:solidFill>
                  <a:schemeClr val="tx2"/>
                </a:solidFill>
              </a:rPr>
              <a:t>Yolo-v8</a:t>
            </a:r>
          </a:p>
          <a:p>
            <a:pPr marL="1219835" lvl="2" indent="-305435">
              <a:spcBef>
                <a:spcPct val="20000"/>
              </a:spcBef>
              <a:spcAft>
                <a:spcPts val="600"/>
              </a:spcAft>
              <a:buClr>
                <a:schemeClr val="accent2"/>
              </a:buClr>
              <a:buSzPct val="92000"/>
              <a:buFont typeface="Wingdings" panose="05020102010507070707" pitchFamily="18" charset="2"/>
              <a:buChar char="§"/>
            </a:pPr>
            <a:r>
              <a:rPr lang="en-GB">
                <a:solidFill>
                  <a:schemeClr val="tx2"/>
                </a:solidFill>
              </a:rPr>
              <a:t>MTCNN</a:t>
            </a:r>
          </a:p>
          <a:p>
            <a:pPr>
              <a:spcBef>
                <a:spcPct val="20000"/>
              </a:spcBef>
              <a:spcAft>
                <a:spcPts val="600"/>
              </a:spcAft>
              <a:buClr>
                <a:schemeClr val="accent2"/>
              </a:buClr>
              <a:buSzPct val="92000"/>
            </a:pPr>
            <a:r>
              <a:rPr lang="en-GB">
                <a:solidFill>
                  <a:schemeClr val="tx2"/>
                </a:solidFill>
              </a:rPr>
              <a:t>	</a:t>
            </a:r>
          </a:p>
        </p:txBody>
      </p:sp>
      <p:sp>
        <p:nvSpPr>
          <p:cNvPr id="6" name="TextBox 5">
            <a:extLst>
              <a:ext uri="{FF2B5EF4-FFF2-40B4-BE49-F238E27FC236}">
                <a16:creationId xmlns:a16="http://schemas.microsoft.com/office/drawing/2014/main" id="{54029166-02D1-50F1-BC05-13CD1CD62339}"/>
              </a:ext>
            </a:extLst>
          </p:cNvPr>
          <p:cNvSpPr txBox="1"/>
          <p:nvPr/>
        </p:nvSpPr>
        <p:spPr>
          <a:xfrm>
            <a:off x="6217706" y="2786897"/>
            <a:ext cx="5393100" cy="2934999"/>
          </a:xfrm>
          <a:prstGeom prst="rect">
            <a:avLst/>
          </a:prstGeom>
        </p:spPr>
        <p:txBody>
          <a:bodyPr vert="horz" lIns="91440" tIns="45720" rIns="91440" bIns="45720" rtlCol="0" anchor="t">
            <a:normAutofit/>
          </a:bodyPr>
          <a:lstStyle/>
          <a:p>
            <a:pPr marL="762635" lvl="1" indent="-305435">
              <a:spcBef>
                <a:spcPct val="20000"/>
              </a:spcBef>
              <a:spcAft>
                <a:spcPts val="600"/>
              </a:spcAft>
              <a:buClr>
                <a:schemeClr val="accent2"/>
              </a:buClr>
              <a:buSzPct val="92000"/>
              <a:buFont typeface="Wingdings 2" panose="05020102010507070707" pitchFamily="18" charset="2"/>
              <a:buChar char=""/>
            </a:pPr>
            <a:endParaRPr lang="sv-SE">
              <a:solidFill>
                <a:schemeClr val="tx2"/>
              </a:solidFill>
            </a:endParaRPr>
          </a:p>
          <a:p>
            <a:pPr marL="762635" lvl="1" indent="-305435">
              <a:spcBef>
                <a:spcPct val="20000"/>
              </a:spcBef>
              <a:spcAft>
                <a:spcPts val="600"/>
              </a:spcAft>
              <a:buClr>
                <a:schemeClr val="accent2"/>
              </a:buClr>
              <a:buSzPct val="92000"/>
              <a:buFont typeface="Wingdings 2" panose="05020102010507070707" pitchFamily="18" charset="2"/>
              <a:buChar char=""/>
            </a:pPr>
            <a:r>
              <a:rPr lang="sv-SE" err="1">
                <a:solidFill>
                  <a:schemeClr val="tx2"/>
                </a:solidFill>
              </a:rPr>
              <a:t>Increase</a:t>
            </a:r>
            <a:r>
              <a:rPr lang="sv-SE">
                <a:solidFill>
                  <a:schemeClr val="tx2"/>
                </a:solidFill>
              </a:rPr>
              <a:t> </a:t>
            </a:r>
            <a:r>
              <a:rPr lang="sv-SE" err="1">
                <a:solidFill>
                  <a:schemeClr val="tx2"/>
                </a:solidFill>
              </a:rPr>
              <a:t>training</a:t>
            </a:r>
            <a:r>
              <a:rPr lang="sv-SE">
                <a:solidFill>
                  <a:schemeClr val="tx2"/>
                </a:solidFill>
              </a:rPr>
              <a:t> data </a:t>
            </a:r>
            <a:r>
              <a:rPr lang="sv-SE" err="1">
                <a:solidFill>
                  <a:schemeClr val="tx2"/>
                </a:solidFill>
              </a:rPr>
              <a:t>subset</a:t>
            </a:r>
            <a:r>
              <a:rPr lang="sv-SE">
                <a:solidFill>
                  <a:schemeClr val="tx2"/>
                </a:solidFill>
              </a:rPr>
              <a:t> </a:t>
            </a:r>
            <a:r>
              <a:rPr lang="sv-SE" err="1">
                <a:solidFill>
                  <a:schemeClr val="tx2"/>
                </a:solidFill>
              </a:rPr>
              <a:t>size</a:t>
            </a:r>
            <a:endParaRPr lang="sv-SE">
              <a:solidFill>
                <a:schemeClr val="tx2"/>
              </a:solidFill>
            </a:endParaRPr>
          </a:p>
          <a:p>
            <a:pPr marL="762635" lvl="1" indent="-305435">
              <a:spcBef>
                <a:spcPct val="20000"/>
              </a:spcBef>
              <a:spcAft>
                <a:spcPts val="600"/>
              </a:spcAft>
              <a:buClr>
                <a:schemeClr val="accent2"/>
              </a:buClr>
              <a:buSzPct val="92000"/>
              <a:buFont typeface="Wingdings 2" panose="05020102010507070707" pitchFamily="18" charset="2"/>
              <a:buChar char=""/>
            </a:pPr>
            <a:r>
              <a:rPr lang="sv-SE" err="1">
                <a:solidFill>
                  <a:schemeClr val="tx2"/>
                </a:solidFill>
              </a:rPr>
              <a:t>Use</a:t>
            </a:r>
            <a:r>
              <a:rPr lang="sv-SE">
                <a:solidFill>
                  <a:schemeClr val="tx2"/>
                </a:solidFill>
              </a:rPr>
              <a:t> </a:t>
            </a:r>
            <a:r>
              <a:rPr lang="sv-SE" err="1">
                <a:solidFill>
                  <a:schemeClr val="tx2"/>
                </a:solidFill>
              </a:rPr>
              <a:t>of</a:t>
            </a:r>
            <a:r>
              <a:rPr lang="sv-SE">
                <a:solidFill>
                  <a:schemeClr val="tx2"/>
                </a:solidFill>
              </a:rPr>
              <a:t> </a:t>
            </a:r>
            <a:r>
              <a:rPr lang="sv-SE" err="1">
                <a:solidFill>
                  <a:schemeClr val="tx2"/>
                </a:solidFill>
              </a:rPr>
              <a:t>more</a:t>
            </a:r>
            <a:r>
              <a:rPr lang="sv-SE">
                <a:solidFill>
                  <a:schemeClr val="tx2"/>
                </a:solidFill>
              </a:rPr>
              <a:t> </a:t>
            </a:r>
            <a:r>
              <a:rPr lang="sv-SE" err="1">
                <a:solidFill>
                  <a:schemeClr val="tx2"/>
                </a:solidFill>
              </a:rPr>
              <a:t>advanced</a:t>
            </a:r>
            <a:r>
              <a:rPr lang="sv-SE">
                <a:solidFill>
                  <a:schemeClr val="tx2"/>
                </a:solidFill>
              </a:rPr>
              <a:t> </a:t>
            </a:r>
            <a:r>
              <a:rPr lang="sv-SE" err="1">
                <a:solidFill>
                  <a:schemeClr val="tx2"/>
                </a:solidFill>
              </a:rPr>
              <a:t>models</a:t>
            </a:r>
            <a:endParaRPr lang="sv-SE">
              <a:solidFill>
                <a:schemeClr val="tx2"/>
              </a:solidFill>
            </a:endParaRPr>
          </a:p>
          <a:p>
            <a:pPr marL="762635" lvl="1" indent="-305435">
              <a:spcBef>
                <a:spcPct val="20000"/>
              </a:spcBef>
              <a:spcAft>
                <a:spcPts val="600"/>
              </a:spcAft>
              <a:buClr>
                <a:schemeClr val="accent2"/>
              </a:buClr>
              <a:buSzPct val="92000"/>
              <a:buFont typeface="Wingdings 2" panose="05020102010507070707" pitchFamily="18" charset="2"/>
              <a:buChar char=""/>
            </a:pPr>
            <a:r>
              <a:rPr lang="sv-SE" err="1">
                <a:solidFill>
                  <a:schemeClr val="tx2"/>
                </a:solidFill>
              </a:rPr>
              <a:t>Facial</a:t>
            </a:r>
            <a:r>
              <a:rPr lang="sv-SE">
                <a:solidFill>
                  <a:schemeClr val="tx2"/>
                </a:solidFill>
              </a:rPr>
              <a:t> landmark </a:t>
            </a:r>
            <a:r>
              <a:rPr lang="sv-SE" err="1">
                <a:solidFill>
                  <a:schemeClr val="tx2"/>
                </a:solidFill>
              </a:rPr>
              <a:t>localization</a:t>
            </a:r>
            <a:r>
              <a:rPr lang="sv-SE">
                <a:solidFill>
                  <a:schemeClr val="tx2"/>
                </a:solidFill>
              </a:rPr>
              <a:t> </a:t>
            </a:r>
            <a:r>
              <a:rPr lang="sv-SE" err="1">
                <a:solidFill>
                  <a:schemeClr val="tx2"/>
                </a:solidFill>
              </a:rPr>
              <a:t>model</a:t>
            </a:r>
            <a:endParaRPr lang="en-GB">
              <a:solidFill>
                <a:schemeClr val="tx2"/>
              </a:solidFill>
            </a:endParaRPr>
          </a:p>
          <a:p>
            <a:pPr marL="762635" lvl="1" indent="-305435">
              <a:spcBef>
                <a:spcPct val="20000"/>
              </a:spcBef>
              <a:spcAft>
                <a:spcPts val="600"/>
              </a:spcAft>
              <a:buClr>
                <a:schemeClr val="accent2"/>
              </a:buClr>
              <a:buSzPct val="92000"/>
              <a:buFont typeface="Wingdings 2" panose="05020102010507070707" pitchFamily="18" charset="2"/>
              <a:buChar char=""/>
            </a:pPr>
            <a:endParaRPr lang="sv-SE">
              <a:solidFill>
                <a:schemeClr val="tx2"/>
              </a:solidFill>
            </a:endParaRPr>
          </a:p>
          <a:p>
            <a:pPr marL="762635" lvl="1" indent="-305435">
              <a:spcBef>
                <a:spcPct val="20000"/>
              </a:spcBef>
              <a:spcAft>
                <a:spcPts val="600"/>
              </a:spcAft>
              <a:buClr>
                <a:schemeClr val="accent2"/>
              </a:buClr>
              <a:buSzPct val="92000"/>
              <a:buFont typeface="Wingdings 2" panose="05020102010507070707" pitchFamily="18" charset="2"/>
              <a:buChar char=""/>
            </a:pPr>
            <a:endParaRPr lang="sv-SE">
              <a:solidFill>
                <a:schemeClr val="tx2"/>
              </a:solidFill>
            </a:endParaRPr>
          </a:p>
          <a:p>
            <a:pPr>
              <a:spcBef>
                <a:spcPct val="20000"/>
              </a:spcBef>
              <a:spcAft>
                <a:spcPts val="600"/>
              </a:spcAft>
              <a:buClr>
                <a:schemeClr val="accent2"/>
              </a:buClr>
              <a:buSzPct val="92000"/>
            </a:pPr>
            <a:r>
              <a:rPr lang="sv-SE">
                <a:solidFill>
                  <a:schemeClr val="tx2"/>
                </a:solidFill>
              </a:rPr>
              <a:t>	</a:t>
            </a:r>
          </a:p>
        </p:txBody>
      </p:sp>
    </p:spTree>
    <p:extLst>
      <p:ext uri="{BB962C8B-B14F-4D97-AF65-F5344CB8AC3E}">
        <p14:creationId xmlns:p14="http://schemas.microsoft.com/office/powerpoint/2010/main" val="4096467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ktangulär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Rektangulär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grpSp>
        <p:nvGrpSpPr>
          <p:cNvPr id="14" name="Grup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ktangulär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sp>
          <p:nvSpPr>
            <p:cNvPr id="16" name="Rektangulär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sp>
          <p:nvSpPr>
            <p:cNvPr id="17" name="Rektangulär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grpSp>
      <p:sp>
        <p:nvSpPr>
          <p:cNvPr id="2" name="Rubrik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rtlCol="0">
            <a:normAutofit/>
          </a:bodyPr>
          <a:lstStyle/>
          <a:p>
            <a:pPr rtl="0"/>
            <a:r>
              <a:rPr lang="sv-SE">
                <a:solidFill>
                  <a:srgbClr val="FFFFFF"/>
                </a:solidFill>
              </a:rPr>
              <a:t>Tack</a:t>
            </a:r>
          </a:p>
        </p:txBody>
      </p:sp>
      <p:pic>
        <p:nvPicPr>
          <p:cNvPr id="5" name="Bild 4" descr="Digitala tal">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
        <p:nvSpPr>
          <p:cNvPr id="6" name="Subtitle 5">
            <a:extLst>
              <a:ext uri="{FF2B5EF4-FFF2-40B4-BE49-F238E27FC236}">
                <a16:creationId xmlns:a16="http://schemas.microsoft.com/office/drawing/2014/main" id="{40EE0244-9B4A-63EE-6500-7E7FAFA2764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Utdelning">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209663_TF56390039_Win32" id="{512CAAF2-55AC-4764-9793-ACA9CDF7E070}" vid="{5E4AEA16-257D-4B1F-99E2-19586E6F41D2}"/>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7A50CCCC939404CAFCD79642F1D2AFF" ma:contentTypeVersion="14" ma:contentTypeDescription="Create a new document." ma:contentTypeScope="" ma:versionID="0d46ba10e1c4aacd0d62cdcbf7956212">
  <xsd:schema xmlns:xsd="http://www.w3.org/2001/XMLSchema" xmlns:xs="http://www.w3.org/2001/XMLSchema" xmlns:p="http://schemas.microsoft.com/office/2006/metadata/properties" xmlns:ns3="ff84628a-2bf4-4998-83c9-cf39afe92f3c" xmlns:ns4="6f9825db-f338-4730-9148-3114aa4d813c" targetNamespace="http://schemas.microsoft.com/office/2006/metadata/properties" ma:root="true" ma:fieldsID="718794dfa79650c88cc4e134d4cb3f3d" ns3:_="" ns4:_="">
    <xsd:import namespace="ff84628a-2bf4-4998-83c9-cf39afe92f3c"/>
    <xsd:import namespace="6f9825db-f338-4730-9148-3114aa4d813c"/>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_activity"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84628a-2bf4-4998-83c9-cf39afe92f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f9825db-f338-4730-9148-3114aa4d813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ff84628a-2bf4-4998-83c9-cf39afe92f3c" xsi:nil="true"/>
  </documentManagement>
</p:properties>
</file>

<file path=customXml/itemProps1.xml><?xml version="1.0" encoding="utf-8"?>
<ds:datastoreItem xmlns:ds="http://schemas.openxmlformats.org/officeDocument/2006/customXml" ds:itemID="{F08F96C1-CF13-4922-9AB0-BC78C267BE63}">
  <ds:schemaRefs>
    <ds:schemaRef ds:uri="6f9825db-f338-4730-9148-3114aa4d813c"/>
    <ds:schemaRef ds:uri="ff84628a-2bf4-4998-83c9-cf39afe92f3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4A362364-AE1A-4DAA-8D2B-4782DE887D16}">
  <ds:schemaRefs>
    <ds:schemaRef ds:uri="http://schemas.microsoft.com/sharepoint/v3/contenttype/forms"/>
  </ds:schemaRefs>
</ds:datastoreItem>
</file>

<file path=customXml/itemProps3.xml><?xml version="1.0" encoding="utf-8"?>
<ds:datastoreItem xmlns:ds="http://schemas.openxmlformats.org/officeDocument/2006/customXml" ds:itemID="{15EAB069-D6C7-4DB5-9738-384012D09655}">
  <ds:schemaRefs>
    <ds:schemaRef ds:uri="6f9825db-f338-4730-9148-3114aa4d813c"/>
    <ds:schemaRef ds:uri="ff84628a-2bf4-4998-83c9-cf39afe92f3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{F204BC13-62A1-4B85-9E96-5E4A7479F608}tf56390039_win32</Template>
  <Application>Microsoft Office PowerPoint</Application>
  <PresentationFormat>Widescreen</PresentationFormat>
  <Slides>12</Slides>
  <Notes>9</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Utdelning</vt:lpstr>
      <vt:lpstr>Emotional Recognition</vt:lpstr>
      <vt:lpstr>Problem Formulation</vt:lpstr>
      <vt:lpstr>Datasets</vt:lpstr>
      <vt:lpstr>ResNet-50</vt:lpstr>
      <vt:lpstr>Face detection</vt:lpstr>
      <vt:lpstr>Face detection Results</vt:lpstr>
      <vt:lpstr>Emotion classification</vt:lpstr>
      <vt:lpstr>Emotion classifier Results</vt:lpstr>
      <vt:lpstr>Combined Model</vt:lpstr>
      <vt:lpstr>Discussion</vt:lpstr>
      <vt:lpstr>Possible improvements</vt:lpstr>
      <vt:lpstr>Tack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Teknisk design</dc:title>
  <dc:creator>Oskar Gottfridsson</dc:creator>
  <cp:revision>1</cp:revision>
  <dcterms:created xsi:type="dcterms:W3CDTF">2024-05-22T06:26:55Z</dcterms:created>
  <dcterms:modified xsi:type="dcterms:W3CDTF">2024-05-23T13:20:11Z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0x010100A7A50CCCC939404CAFCD79642F1D2AFF</vt:lpwstr>
  </property>
</Properties>
</file>